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heme/theme3.xml" ContentType="application/vnd.openxmlformats-officedocument.theme+xml"/>
  <Override PartName="/ppt/tags/tag37.xml" ContentType="application/vnd.openxmlformats-officedocument.presentationml.tags+xml"/>
  <Override PartName="/ppt/tags/tag38.xml" ContentType="application/vnd.openxmlformats-officedocument.presentationml.tags+xml"/>
  <Override PartName="/ppt/notesSlides/notesSlide1.xml" ContentType="application/vnd.openxmlformats-officedocument.presentationml.notesSlide+xml"/>
  <Override PartName="/ppt/tags/tag39.xml" ContentType="application/vnd.openxmlformats-officedocument.presentationml.tags+xml"/>
  <Override PartName="/ppt/notesSlides/notesSlide2.xml" ContentType="application/vnd.openxmlformats-officedocument.presentationml.notesSlide+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notesSlides/notesSlide7.xml" ContentType="application/vnd.openxmlformats-officedocument.presentationml.notesSlide+xml"/>
  <Override PartName="/ppt/tags/tag47.xml" ContentType="application/vnd.openxmlformats-officedocument.presentationml.tags+xml"/>
  <Override PartName="/ppt/notesSlides/notesSlide8.xml" ContentType="application/vnd.openxmlformats-officedocument.presentationml.notesSlide+xml"/>
  <Override PartName="/ppt/comments/modernComment_7FFFFFF6_AC2106B2.xml" ContentType="application/vnd.ms-powerpoint.comments+xml"/>
  <Override PartName="/ppt/tags/tag48.xml" ContentType="application/vnd.openxmlformats-officedocument.presentationml.tags+xml"/>
  <Override PartName="/ppt/notesSlides/notesSlide9.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10.xml" ContentType="application/vnd.openxmlformats-officedocument.presentationml.notesSlide+xml"/>
  <Override PartName="/ppt/tags/tag51.xml" ContentType="application/vnd.openxmlformats-officedocument.presentationml.tags+xml"/>
  <Override PartName="/ppt/notesSlides/notesSlide11.xml" ContentType="application/vnd.openxmlformats-officedocument.presentationml.notesSlide+xml"/>
  <Override PartName="/ppt/tags/tag52.xml" ContentType="application/vnd.openxmlformats-officedocument.presentationml.tags+xml"/>
  <Override PartName="/ppt/notesSlides/notesSlide12.xml" ContentType="application/vnd.openxmlformats-officedocument.presentationml.notesSlide+xml"/>
  <Override PartName="/ppt/tags/tag53.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5" r:id="rId5"/>
  </p:sldMasterIdLst>
  <p:notesMasterIdLst>
    <p:notesMasterId r:id="rId23"/>
  </p:notesMasterIdLst>
  <p:sldIdLst>
    <p:sldId id="374" r:id="rId6"/>
    <p:sldId id="2147482801" r:id="rId7"/>
    <p:sldId id="2147483398" r:id="rId8"/>
    <p:sldId id="2147483647" r:id="rId9"/>
    <p:sldId id="2147483645" r:id="rId10"/>
    <p:sldId id="257" r:id="rId11"/>
    <p:sldId id="2147482975" r:id="rId12"/>
    <p:sldId id="298" r:id="rId13"/>
    <p:sldId id="256" r:id="rId14"/>
    <p:sldId id="258" r:id="rId15"/>
    <p:sldId id="2147483638" r:id="rId16"/>
    <p:sldId id="2147483639" r:id="rId17"/>
    <p:sldId id="2147483400" r:id="rId18"/>
    <p:sldId id="2147483640" r:id="rId19"/>
    <p:sldId id="2147483618" r:id="rId20"/>
    <p:sldId id="2147483641" r:id="rId21"/>
    <p:sldId id="2147483402" r:id="rId2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8481C02-B0D2-1014-F7B5-9A694A22EF01}" name="Balbás Portilla, Carlota" initials="CB" userId="S::carlota.balbas@accenture.com::3aace52f-0d12-4f36-b225-899d59c5c47e" providerId="AD"/>
  <p188:author id="{6D67C832-D46E-5F69-DC87-3826100C6384}" name="Muñoz Martin, Maria" initials="MM" userId="S::maria.munoz.martin@accenture.com::893e89fc-d116-45d7-91ec-9f9ba2601b4a" providerId="AD"/>
  <p188:author id="{CA234539-36A1-302E-6F0A-5C695E208465}" name="Barona Arroyo, Luis" initials="LB" userId="S::luis.barona.arroyo@accenture.com::5a4a695f-e4b2-4ce1-9ea2-a99f58ad8fcf" providerId="AD"/>
  <p188:author id="{4234E2A6-CF9A-EDC7-207B-D9FF4AF4E849}" name="Cano Lasa, Juan" initials="JC" userId="S::juan.cano.lasa@accenture.com::b0060e5b-cb82-459d-8645-ffba8a2055b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32C2FE-ACB3-4099-8BF9-41302301CFAE}" v="3713" dt="2026-03-20T11:53:44.582"/>
    <p1510:client id="{F0C122F5-59A5-4603-9A9A-F9F6C33ADAEF}" v="2244" dt="2026-03-20T11:43:34.9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bás Portilla, Carlota" userId="3aace52f-0d12-4f36-b225-899d59c5c47e" providerId="ADAL" clId="{AAD845C8-0D41-487A-8CCB-F2A4E6481E92}"/>
    <pc:docChg chg="undo custSel delSld modSld">
      <pc:chgData name="Balbás Portilla, Carlota" userId="3aace52f-0d12-4f36-b225-899d59c5c47e" providerId="ADAL" clId="{AAD845C8-0D41-487A-8CCB-F2A4E6481E92}" dt="2026-03-19T09:22:46.532" v="559" actId="20577"/>
      <pc:docMkLst>
        <pc:docMk/>
      </pc:docMkLst>
      <pc:sldChg chg="addSp modSp mod modCm">
        <pc:chgData name="Balbás Portilla, Carlota" userId="3aace52f-0d12-4f36-b225-899d59c5c47e" providerId="ADAL" clId="{AAD845C8-0D41-487A-8CCB-F2A4E6481E92}" dt="2026-03-19T09:02:42.609" v="476" actId="113"/>
        <pc:sldMkLst>
          <pc:docMk/>
          <pc:sldMk cId="1054275552" sldId="2147483398"/>
        </pc:sldMkLst>
        <pc:spChg chg="add mod">
          <ac:chgData name="Balbás Portilla, Carlota" userId="3aace52f-0d12-4f36-b225-899d59c5c47e" providerId="ADAL" clId="{AAD845C8-0D41-487A-8CCB-F2A4E6481E92}" dt="2026-03-19T09:01:03.939" v="432" actId="207"/>
          <ac:spMkLst>
            <pc:docMk/>
            <pc:sldMk cId="1054275552" sldId="2147483398"/>
            <ac:spMk id="14" creationId="{CF0737BD-A9E9-9C62-DFDA-C19CD7DF547A}"/>
          </ac:spMkLst>
        </pc:spChg>
        <pc:spChg chg="add mod">
          <ac:chgData name="Balbás Portilla, Carlota" userId="3aace52f-0d12-4f36-b225-899d59c5c47e" providerId="ADAL" clId="{AAD845C8-0D41-487A-8CCB-F2A4E6481E92}" dt="2026-03-19T09:02:42.609" v="476" actId="113"/>
          <ac:spMkLst>
            <pc:docMk/>
            <pc:sldMk cId="1054275552" sldId="2147483398"/>
            <ac:spMk id="15" creationId="{AE8F69AD-9028-0461-0EE1-C144C40750D1}"/>
          </ac:spMkLst>
        </pc:spChg>
        <pc:spChg chg="mod">
          <ac:chgData name="Balbás Portilla, Carlota" userId="3aace52f-0d12-4f36-b225-899d59c5c47e" providerId="ADAL" clId="{AAD845C8-0D41-487A-8CCB-F2A4E6481E92}" dt="2026-03-19T09:02:09.018" v="445" actId="20577"/>
          <ac:spMkLst>
            <pc:docMk/>
            <pc:sldMk cId="1054275552" sldId="2147483398"/>
            <ac:spMk id="57" creationId="{187D46D6-5539-B30C-5144-6BD46DA3900A}"/>
          </ac:spMkLst>
        </pc:spChg>
        <pc:spChg chg="mod">
          <ac:chgData name="Balbás Portilla, Carlota" userId="3aace52f-0d12-4f36-b225-899d59c5c47e" providerId="ADAL" clId="{AAD845C8-0D41-487A-8CCB-F2A4E6481E92}" dt="2026-03-19T08:52:52.258" v="169" actId="20577"/>
          <ac:spMkLst>
            <pc:docMk/>
            <pc:sldMk cId="1054275552" sldId="2147483398"/>
            <ac:spMk id="58" creationId="{9C29DA58-97CC-B77C-230C-2A8C8060E593}"/>
          </ac:spMkLst>
        </pc:spChg>
        <pc:extLst>
          <p:ext xmlns:p="http://schemas.openxmlformats.org/presentationml/2006/main" uri="{D6D511B9-2390-475A-947B-AFAB55BFBCF1}">
            <pc226:cmChg xmlns:pc226="http://schemas.microsoft.com/office/powerpoint/2022/06/main/command" chg="mod">
              <pc226:chgData name="Balbás Portilla, Carlota" userId="3aace52f-0d12-4f36-b225-899d59c5c47e" providerId="ADAL" clId="{AAD845C8-0D41-487A-8CCB-F2A4E6481E92}" dt="2026-03-19T09:02:09.018" v="445" actId="20577"/>
              <pc2:cmMkLst xmlns:pc2="http://schemas.microsoft.com/office/powerpoint/2019/9/main/command">
                <pc:docMk/>
                <pc:sldMk cId="1054275552" sldId="2147483398"/>
                <pc2:cmMk id="{2A3D6563-EF2C-4323-8448-99F20C162A10}"/>
              </pc2:cmMkLst>
            </pc226:cmChg>
          </p:ext>
        </pc:extLst>
      </pc:sldChg>
      <pc:sldChg chg="addSp modSp mod">
        <pc:chgData name="Balbás Portilla, Carlota" userId="3aace52f-0d12-4f36-b225-899d59c5c47e" providerId="ADAL" clId="{AAD845C8-0D41-487A-8CCB-F2A4E6481E92}" dt="2026-03-19T09:03:12.882" v="527" actId="20577"/>
        <pc:sldMkLst>
          <pc:docMk/>
          <pc:sldMk cId="3160294301" sldId="2147483645"/>
        </pc:sldMkLst>
        <pc:spChg chg="add mod">
          <ac:chgData name="Balbás Portilla, Carlota" userId="3aace52f-0d12-4f36-b225-899d59c5c47e" providerId="ADAL" clId="{AAD845C8-0D41-487A-8CCB-F2A4E6481E92}" dt="2026-03-19T08:58:12.678" v="300" actId="1038"/>
          <ac:spMkLst>
            <pc:docMk/>
            <pc:sldMk cId="3160294301" sldId="2147483645"/>
            <ac:spMk id="11" creationId="{11E1DBFC-6884-F27D-64A9-D898AC5CB793}"/>
          </ac:spMkLst>
        </pc:spChg>
        <pc:spChg chg="add mod">
          <ac:chgData name="Balbás Portilla, Carlota" userId="3aace52f-0d12-4f36-b225-899d59c5c47e" providerId="ADAL" clId="{AAD845C8-0D41-487A-8CCB-F2A4E6481E92}" dt="2026-03-19T09:03:12.882" v="527" actId="20577"/>
          <ac:spMkLst>
            <pc:docMk/>
            <pc:sldMk cId="3160294301" sldId="2147483645"/>
            <ac:spMk id="12" creationId="{52AAD152-0222-B6C4-20E0-E01BE6649BE4}"/>
          </ac:spMkLst>
        </pc:spChg>
        <pc:graphicFrameChg chg="modGraphic">
          <ac:chgData name="Balbás Portilla, Carlota" userId="3aace52f-0d12-4f36-b225-899d59c5c47e" providerId="ADAL" clId="{AAD845C8-0D41-487A-8CCB-F2A4E6481E92}" dt="2026-03-19T08:58:32.274" v="301" actId="20577"/>
          <ac:graphicFrameMkLst>
            <pc:docMk/>
            <pc:sldMk cId="3160294301" sldId="2147483645"/>
            <ac:graphicFrameMk id="36" creationId="{29815002-0EF2-D331-A124-FF05B2F961E4}"/>
          </ac:graphicFrameMkLst>
        </pc:graphicFrameChg>
      </pc:sldChg>
      <pc:sldChg chg="modSp mod">
        <pc:chgData name="Balbás Portilla, Carlota" userId="3aace52f-0d12-4f36-b225-899d59c5c47e" providerId="ADAL" clId="{AAD845C8-0D41-487A-8CCB-F2A4E6481E92}" dt="2026-03-19T09:22:46.532" v="559" actId="20577"/>
        <pc:sldMkLst>
          <pc:docMk/>
          <pc:sldMk cId="25969923" sldId="2147483647"/>
        </pc:sldMkLst>
        <pc:graphicFrameChg chg="modGraphic">
          <ac:chgData name="Balbás Portilla, Carlota" userId="3aace52f-0d12-4f36-b225-899d59c5c47e" providerId="ADAL" clId="{AAD845C8-0D41-487A-8CCB-F2A4E6481E92}" dt="2026-03-19T09:22:46.532" v="559" actId="20577"/>
          <ac:graphicFrameMkLst>
            <pc:docMk/>
            <pc:sldMk cId="25969923" sldId="2147483647"/>
            <ac:graphicFrameMk id="6" creationId="{3FC542C4-1622-6BE0-6230-10A54794618B}"/>
          </ac:graphicFrameMkLst>
        </pc:graphicFrameChg>
      </pc:sldChg>
    </pc:docChg>
  </pc:docChgLst>
  <pc:docChgLst>
    <pc:chgData name="Muñoz Martin, Maria" userId="893e89fc-d116-45d7-91ec-9f9ba2601b4a" providerId="ADAL" clId="{E1AFFD24-3030-4E6B-83AD-859B662A7090}"/>
    <pc:docChg chg="undo custSel addSld delSld modSld sldOrd">
      <pc:chgData name="Muñoz Martin, Maria" userId="893e89fc-d116-45d7-91ec-9f9ba2601b4a" providerId="ADAL" clId="{E1AFFD24-3030-4E6B-83AD-859B662A7090}" dt="2026-03-11T15:00:14.204" v="88" actId="729"/>
      <pc:docMkLst>
        <pc:docMk/>
      </pc:docMkLst>
      <pc:sldChg chg="ord">
        <pc:chgData name="Muñoz Martin, Maria" userId="893e89fc-d116-45d7-91ec-9f9ba2601b4a" providerId="ADAL" clId="{E1AFFD24-3030-4E6B-83AD-859B662A7090}" dt="2026-03-11T14:59:58.021" v="81"/>
        <pc:sldMkLst>
          <pc:docMk/>
          <pc:sldMk cId="1054275552" sldId="2147483398"/>
        </pc:sldMkLst>
      </pc:sldChg>
      <pc:sldChg chg="modSp mod modShow">
        <pc:chgData name="Muñoz Martin, Maria" userId="893e89fc-d116-45d7-91ec-9f9ba2601b4a" providerId="ADAL" clId="{E1AFFD24-3030-4E6B-83AD-859B662A7090}" dt="2026-03-11T15:00:14.204" v="88" actId="729"/>
        <pc:sldMkLst>
          <pc:docMk/>
          <pc:sldMk cId="791361458" sldId="2147483646"/>
        </pc:sldMkLst>
        <pc:graphicFrameChg chg="modGraphic">
          <ac:chgData name="Muñoz Martin, Maria" userId="893e89fc-d116-45d7-91ec-9f9ba2601b4a" providerId="ADAL" clId="{E1AFFD24-3030-4E6B-83AD-859B662A7090}" dt="2026-03-11T14:55:22.638" v="33" actId="21"/>
          <ac:graphicFrameMkLst>
            <pc:docMk/>
            <pc:sldMk cId="791361458" sldId="2147483646"/>
            <ac:graphicFrameMk id="6" creationId="{9B8D3018-C1EE-85A9-D376-F577A2BC1E6B}"/>
          </ac:graphicFrameMkLst>
        </pc:graphicFrameChg>
      </pc:sldChg>
      <pc:sldChg chg="modSp add mod ord modShow">
        <pc:chgData name="Muñoz Martin, Maria" userId="893e89fc-d116-45d7-91ec-9f9ba2601b4a" providerId="ADAL" clId="{E1AFFD24-3030-4E6B-83AD-859B662A7090}" dt="2026-03-11T15:00:10.658" v="87"/>
        <pc:sldMkLst>
          <pc:docMk/>
          <pc:sldMk cId="3420162371" sldId="2147483647"/>
        </pc:sldMkLst>
        <pc:graphicFrameChg chg="mod modGraphic">
          <ac:chgData name="Muñoz Martin, Maria" userId="893e89fc-d116-45d7-91ec-9f9ba2601b4a" providerId="ADAL" clId="{E1AFFD24-3030-4E6B-83AD-859B662A7090}" dt="2026-03-11T14:57:32.053" v="63"/>
          <ac:graphicFrameMkLst>
            <pc:docMk/>
            <pc:sldMk cId="3420162371" sldId="2147483647"/>
            <ac:graphicFrameMk id="6" creationId="{F054212B-6DC4-0A53-7AB8-E70D79B84662}"/>
          </ac:graphicFrameMkLst>
        </pc:graphicFrameChg>
        <pc:graphicFrameChg chg="mod modGraphic">
          <ac:chgData name="Muñoz Martin, Maria" userId="893e89fc-d116-45d7-91ec-9f9ba2601b4a" providerId="ADAL" clId="{E1AFFD24-3030-4E6B-83AD-859B662A7090}" dt="2026-03-11T14:59:32.068" v="77"/>
          <ac:graphicFrameMkLst>
            <pc:docMk/>
            <pc:sldMk cId="3420162371" sldId="2147483647"/>
            <ac:graphicFrameMk id="7" creationId="{4F5061FD-11EB-2B47-626A-D0A6F2F4E32B}"/>
          </ac:graphicFrameMkLst>
        </pc:graphicFrameChg>
      </pc:sldChg>
    </pc:docChg>
  </pc:docChgLst>
  <pc:docChgLst>
    <pc:chgData name="Barona Arroyo, Luis" userId="5a4a695f-e4b2-4ce1-9ea2-a99f58ad8fcf" providerId="ADAL" clId="{843D75FA-1524-4D8A-B216-4AA1B67999A8}"/>
    <pc:docChg chg="undo redo custSel addSld delSld modSld sldOrd">
      <pc:chgData name="Barona Arroyo, Luis" userId="5a4a695f-e4b2-4ce1-9ea2-a99f58ad8fcf" providerId="ADAL" clId="{843D75FA-1524-4D8A-B216-4AA1B67999A8}" dt="2026-03-20T11:37:26.339" v="5761" actId="20577"/>
      <pc:docMkLst>
        <pc:docMk/>
      </pc:docMkLst>
      <pc:sldChg chg="modSp add mod">
        <pc:chgData name="Barona Arroyo, Luis" userId="5a4a695f-e4b2-4ce1-9ea2-a99f58ad8fcf" providerId="ADAL" clId="{843D75FA-1524-4D8A-B216-4AA1B67999A8}" dt="2026-03-18T16:53:33.309" v="5656" actId="20577"/>
        <pc:sldMkLst>
          <pc:docMk/>
          <pc:sldMk cId="3737699037" sldId="257"/>
        </pc:sldMkLst>
        <pc:graphicFrameChg chg="mod modGraphic">
          <ac:chgData name="Barona Arroyo, Luis" userId="5a4a695f-e4b2-4ce1-9ea2-a99f58ad8fcf" providerId="ADAL" clId="{843D75FA-1524-4D8A-B216-4AA1B67999A8}" dt="2026-03-18T16:53:33.309" v="5656" actId="20577"/>
          <ac:graphicFrameMkLst>
            <pc:docMk/>
            <pc:sldMk cId="3737699037" sldId="257"/>
            <ac:graphicFrameMk id="24" creationId="{B9E675B9-3BFD-0A69-B48B-13E4E3FDF455}"/>
          </ac:graphicFrameMkLst>
        </pc:graphicFrameChg>
      </pc:sldChg>
      <pc:sldChg chg="modSp mod">
        <pc:chgData name="Barona Arroyo, Luis" userId="5a4a695f-e4b2-4ce1-9ea2-a99f58ad8fcf" providerId="ADAL" clId="{843D75FA-1524-4D8A-B216-4AA1B67999A8}" dt="2026-03-18T15:21:46.444" v="3526" actId="20577"/>
        <pc:sldMkLst>
          <pc:docMk/>
          <pc:sldMk cId="1956557192" sldId="374"/>
        </pc:sldMkLst>
        <pc:spChg chg="mod">
          <ac:chgData name="Barona Arroyo, Luis" userId="5a4a695f-e4b2-4ce1-9ea2-a99f58ad8fcf" providerId="ADAL" clId="{843D75FA-1524-4D8A-B216-4AA1B67999A8}" dt="2026-03-18T15:21:46.444" v="3526" actId="20577"/>
          <ac:spMkLst>
            <pc:docMk/>
            <pc:sldMk cId="1956557192" sldId="374"/>
            <ac:spMk id="9" creationId="{5D946FBC-9B86-C2EC-E3E0-10A1E39913E5}"/>
          </ac:spMkLst>
        </pc:spChg>
      </pc:sldChg>
      <pc:sldChg chg="modSp mod modCm">
        <pc:chgData name="Barona Arroyo, Luis" userId="5a4a695f-e4b2-4ce1-9ea2-a99f58ad8fcf" providerId="ADAL" clId="{843D75FA-1524-4D8A-B216-4AA1B67999A8}" dt="2026-03-20T11:37:26.339" v="5761" actId="20577"/>
        <pc:sldMkLst>
          <pc:docMk/>
          <pc:sldMk cId="1054275552" sldId="2147483398"/>
        </pc:sldMkLst>
        <pc:spChg chg="mod">
          <ac:chgData name="Barona Arroyo, Luis" userId="5a4a695f-e4b2-4ce1-9ea2-a99f58ad8fcf" providerId="ADAL" clId="{843D75FA-1524-4D8A-B216-4AA1B67999A8}" dt="2026-03-18T16:40:05.992" v="5158" actId="6549"/>
          <ac:spMkLst>
            <pc:docMk/>
            <pc:sldMk cId="1054275552" sldId="2147483398"/>
            <ac:spMk id="3" creationId="{195D9867-4EF1-4BDD-834A-23831F5F838C}"/>
          </ac:spMkLst>
        </pc:spChg>
        <pc:spChg chg="mod">
          <ac:chgData name="Barona Arroyo, Luis" userId="5a4a695f-e4b2-4ce1-9ea2-a99f58ad8fcf" providerId="ADAL" clId="{843D75FA-1524-4D8A-B216-4AA1B67999A8}" dt="2026-03-18T16:31:06.153" v="5049" actId="207"/>
          <ac:spMkLst>
            <pc:docMk/>
            <pc:sldMk cId="1054275552" sldId="2147483398"/>
            <ac:spMk id="5" creationId="{342D98E7-828A-73AA-2C34-631158A57D07}"/>
          </ac:spMkLst>
        </pc:spChg>
        <pc:spChg chg="mod">
          <ac:chgData name="Barona Arroyo, Luis" userId="5a4a695f-e4b2-4ce1-9ea2-a99f58ad8fcf" providerId="ADAL" clId="{843D75FA-1524-4D8A-B216-4AA1B67999A8}" dt="2026-03-18T16:19:34.678" v="4767" actId="20577"/>
          <ac:spMkLst>
            <pc:docMk/>
            <pc:sldMk cId="1054275552" sldId="2147483398"/>
            <ac:spMk id="7" creationId="{203B1EF8-8228-2435-C87F-ECF5D8D21282}"/>
          </ac:spMkLst>
        </pc:spChg>
        <pc:spChg chg="mod">
          <ac:chgData name="Barona Arroyo, Luis" userId="5a4a695f-e4b2-4ce1-9ea2-a99f58ad8fcf" providerId="ADAL" clId="{843D75FA-1524-4D8A-B216-4AA1B67999A8}" dt="2026-03-18T16:19:38.638" v="4769" actId="20577"/>
          <ac:spMkLst>
            <pc:docMk/>
            <pc:sldMk cId="1054275552" sldId="2147483398"/>
            <ac:spMk id="8" creationId="{B4936804-47D6-533E-5166-C554E9CC46A0}"/>
          </ac:spMkLst>
        </pc:spChg>
        <pc:spChg chg="mod">
          <ac:chgData name="Barona Arroyo, Luis" userId="5a4a695f-e4b2-4ce1-9ea2-a99f58ad8fcf" providerId="ADAL" clId="{843D75FA-1524-4D8A-B216-4AA1B67999A8}" dt="2026-03-18T16:19:43.850" v="4771" actId="20577"/>
          <ac:spMkLst>
            <pc:docMk/>
            <pc:sldMk cId="1054275552" sldId="2147483398"/>
            <ac:spMk id="10" creationId="{5485EDC8-BDCD-5D4E-8FE7-374756A858A1}"/>
          </ac:spMkLst>
        </pc:spChg>
        <pc:spChg chg="mod">
          <ac:chgData name="Barona Arroyo, Luis" userId="5a4a695f-e4b2-4ce1-9ea2-a99f58ad8fcf" providerId="ADAL" clId="{843D75FA-1524-4D8A-B216-4AA1B67999A8}" dt="2026-03-11T11:57:33.742" v="1641" actId="20577"/>
          <ac:spMkLst>
            <pc:docMk/>
            <pc:sldMk cId="1054275552" sldId="2147483398"/>
            <ac:spMk id="11" creationId="{8F5EE8FA-5984-7091-04EF-D41D92786709}"/>
          </ac:spMkLst>
        </pc:spChg>
        <pc:spChg chg="mod">
          <ac:chgData name="Barona Arroyo, Luis" userId="5a4a695f-e4b2-4ce1-9ea2-a99f58ad8fcf" providerId="ADAL" clId="{843D75FA-1524-4D8A-B216-4AA1B67999A8}" dt="2026-03-18T16:31:17.121" v="5051" actId="207"/>
          <ac:spMkLst>
            <pc:docMk/>
            <pc:sldMk cId="1054275552" sldId="2147483398"/>
            <ac:spMk id="13" creationId="{A5342C33-97F9-A065-D6A3-B7F8A444FC26}"/>
          </ac:spMkLst>
        </pc:spChg>
        <pc:spChg chg="mod">
          <ac:chgData name="Barona Arroyo, Luis" userId="5a4a695f-e4b2-4ce1-9ea2-a99f58ad8fcf" providerId="ADAL" clId="{843D75FA-1524-4D8A-B216-4AA1B67999A8}" dt="2026-03-20T11:36:03.156" v="5724" actId="1035"/>
          <ac:spMkLst>
            <pc:docMk/>
            <pc:sldMk cId="1054275552" sldId="2147483398"/>
            <ac:spMk id="14" creationId="{CF0737BD-A9E9-9C62-DFDA-C19CD7DF547A}"/>
          </ac:spMkLst>
        </pc:spChg>
        <pc:spChg chg="mod">
          <ac:chgData name="Barona Arroyo, Luis" userId="5a4a695f-e4b2-4ce1-9ea2-a99f58ad8fcf" providerId="ADAL" clId="{843D75FA-1524-4D8A-B216-4AA1B67999A8}" dt="2026-03-20T11:36:11.883" v="5727" actId="20577"/>
          <ac:spMkLst>
            <pc:docMk/>
            <pc:sldMk cId="1054275552" sldId="2147483398"/>
            <ac:spMk id="57" creationId="{187D46D6-5539-B30C-5144-6BD46DA3900A}"/>
          </ac:spMkLst>
        </pc:spChg>
        <pc:spChg chg="mod">
          <ac:chgData name="Barona Arroyo, Luis" userId="5a4a695f-e4b2-4ce1-9ea2-a99f58ad8fcf" providerId="ADAL" clId="{843D75FA-1524-4D8A-B216-4AA1B67999A8}" dt="2026-03-20T11:37:26.339" v="5761" actId="20577"/>
          <ac:spMkLst>
            <pc:docMk/>
            <pc:sldMk cId="1054275552" sldId="2147483398"/>
            <ac:spMk id="58" creationId="{9C29DA58-97CC-B77C-230C-2A8C8060E593}"/>
          </ac:spMkLst>
        </pc:spChg>
        <pc:extLst>
          <p:ext xmlns:p="http://schemas.openxmlformats.org/presentationml/2006/main" uri="{D6D511B9-2390-475A-947B-AFAB55BFBCF1}">
            <pc226:cmChg xmlns:pc226="http://schemas.microsoft.com/office/powerpoint/2022/06/main/command" chg="mod">
              <pc226:chgData name="Barona Arroyo, Luis" userId="5a4a695f-e4b2-4ce1-9ea2-a99f58ad8fcf" providerId="ADAL" clId="{843D75FA-1524-4D8A-B216-4AA1B67999A8}" dt="2026-03-20T11:36:11.883" v="5727" actId="20577"/>
              <pc2:cmMkLst xmlns:pc2="http://schemas.microsoft.com/office/powerpoint/2019/9/main/command">
                <pc:docMk/>
                <pc:sldMk cId="1054275552" sldId="2147483398"/>
                <pc2:cmMk id="{2A3D6563-EF2C-4323-8448-99F20C162A10}"/>
              </pc2:cmMkLst>
            </pc226:cmChg>
          </p:ext>
        </pc:extLst>
      </pc:sldChg>
      <pc:sldChg chg="addSp delSp modSp mod ord">
        <pc:chgData name="Barona Arroyo, Luis" userId="5a4a695f-e4b2-4ce1-9ea2-a99f58ad8fcf" providerId="ADAL" clId="{843D75FA-1524-4D8A-B216-4AA1B67999A8}" dt="2026-03-18T15:55:22.133" v="3862" actId="6549"/>
        <pc:sldMkLst>
          <pc:docMk/>
          <pc:sldMk cId="3160294301" sldId="2147483645"/>
        </pc:sldMkLst>
        <pc:spChg chg="add del mod">
          <ac:chgData name="Barona Arroyo, Luis" userId="5a4a695f-e4b2-4ce1-9ea2-a99f58ad8fcf" providerId="ADAL" clId="{843D75FA-1524-4D8A-B216-4AA1B67999A8}" dt="2026-03-18T15:55:22.133" v="3862" actId="6549"/>
          <ac:spMkLst>
            <pc:docMk/>
            <pc:sldMk cId="3160294301" sldId="2147483645"/>
            <ac:spMk id="3" creationId="{3C77F758-5E85-025E-9124-039D0D2E72EB}"/>
          </ac:spMkLst>
        </pc:spChg>
        <pc:spChg chg="mod">
          <ac:chgData name="Barona Arroyo, Luis" userId="5a4a695f-e4b2-4ce1-9ea2-a99f58ad8fcf" providerId="ADAL" clId="{843D75FA-1524-4D8A-B216-4AA1B67999A8}" dt="2026-03-11T15:51:36.426" v="3432" actId="20577"/>
          <ac:spMkLst>
            <pc:docMk/>
            <pc:sldMk cId="3160294301" sldId="2147483645"/>
            <ac:spMk id="7" creationId="{0150EC16-1F7A-F276-B036-9EF6B5521448}"/>
          </ac:spMkLst>
        </pc:spChg>
        <pc:spChg chg="mod">
          <ac:chgData name="Barona Arroyo, Luis" userId="5a4a695f-e4b2-4ce1-9ea2-a99f58ad8fcf" providerId="ADAL" clId="{843D75FA-1524-4D8A-B216-4AA1B67999A8}" dt="2026-03-18T15:55:05.340" v="3855" actId="20577"/>
          <ac:spMkLst>
            <pc:docMk/>
            <pc:sldMk cId="3160294301" sldId="2147483645"/>
            <ac:spMk id="8" creationId="{AE7E5C27-BB04-F1B6-23FD-AAE77FEEAE08}"/>
          </ac:spMkLst>
        </pc:spChg>
        <pc:spChg chg="mod">
          <ac:chgData name="Barona Arroyo, Luis" userId="5a4a695f-e4b2-4ce1-9ea2-a99f58ad8fcf" providerId="ADAL" clId="{843D75FA-1524-4D8A-B216-4AA1B67999A8}" dt="2026-03-11T15:52:12.441" v="3462" actId="20577"/>
          <ac:spMkLst>
            <pc:docMk/>
            <pc:sldMk cId="3160294301" sldId="2147483645"/>
            <ac:spMk id="9" creationId="{4A54C2E7-44E0-D655-2C46-F42A623E3517}"/>
          </ac:spMkLst>
        </pc:spChg>
        <pc:spChg chg="mod">
          <ac:chgData name="Barona Arroyo, Luis" userId="5a4a695f-e4b2-4ce1-9ea2-a99f58ad8fcf" providerId="ADAL" clId="{843D75FA-1524-4D8A-B216-4AA1B67999A8}" dt="2026-03-11T15:51:23.340" v="3424" actId="6549"/>
          <ac:spMkLst>
            <pc:docMk/>
            <pc:sldMk cId="3160294301" sldId="2147483645"/>
            <ac:spMk id="10" creationId="{5942CAF3-AF67-E954-2AB4-00B8884CAB96}"/>
          </ac:spMkLst>
        </pc:spChg>
        <pc:spChg chg="mod">
          <ac:chgData name="Barona Arroyo, Luis" userId="5a4a695f-e4b2-4ce1-9ea2-a99f58ad8fcf" providerId="ADAL" clId="{843D75FA-1524-4D8A-B216-4AA1B67999A8}" dt="2026-03-11T15:52:18.972" v="3466" actId="20577"/>
          <ac:spMkLst>
            <pc:docMk/>
            <pc:sldMk cId="3160294301" sldId="2147483645"/>
            <ac:spMk id="33" creationId="{2793A7D8-F58A-76B4-DCC5-C9D3D9D7AFA8}"/>
          </ac:spMkLst>
        </pc:spChg>
        <pc:spChg chg="mod">
          <ac:chgData name="Barona Arroyo, Luis" userId="5a4a695f-e4b2-4ce1-9ea2-a99f58ad8fcf" providerId="ADAL" clId="{843D75FA-1524-4D8A-B216-4AA1B67999A8}" dt="2026-03-18T15:55:10.509" v="3859" actId="20577"/>
          <ac:spMkLst>
            <pc:docMk/>
            <pc:sldMk cId="3160294301" sldId="2147483645"/>
            <ac:spMk id="53" creationId="{3D204C20-F2AD-E4C5-FF44-7A1BB550F84E}"/>
          </ac:spMkLst>
        </pc:spChg>
        <pc:graphicFrameChg chg="modGraphic">
          <ac:chgData name="Barona Arroyo, Luis" userId="5a4a695f-e4b2-4ce1-9ea2-a99f58ad8fcf" providerId="ADAL" clId="{843D75FA-1524-4D8A-B216-4AA1B67999A8}" dt="2026-03-18T15:47:40.181" v="3561" actId="20577"/>
          <ac:graphicFrameMkLst>
            <pc:docMk/>
            <pc:sldMk cId="3160294301" sldId="2147483645"/>
            <ac:graphicFrameMk id="26" creationId="{D5278450-8D7E-56DE-9B84-8F4F76384668}"/>
          </ac:graphicFrameMkLst>
        </pc:graphicFrameChg>
        <pc:graphicFrameChg chg="mod modGraphic">
          <ac:chgData name="Barona Arroyo, Luis" userId="5a4a695f-e4b2-4ce1-9ea2-a99f58ad8fcf" providerId="ADAL" clId="{843D75FA-1524-4D8A-B216-4AA1B67999A8}" dt="2026-03-18T15:54:31.143" v="3853" actId="20577"/>
          <ac:graphicFrameMkLst>
            <pc:docMk/>
            <pc:sldMk cId="3160294301" sldId="2147483645"/>
            <ac:graphicFrameMk id="36" creationId="{29815002-0EF2-D331-A124-FF05B2F961E4}"/>
          </ac:graphicFrameMkLst>
        </pc:graphicFrameChg>
      </pc:sldChg>
      <pc:sldChg chg="modSp add mod">
        <pc:chgData name="Barona Arroyo, Luis" userId="5a4a695f-e4b2-4ce1-9ea2-a99f58ad8fcf" providerId="ADAL" clId="{843D75FA-1524-4D8A-B216-4AA1B67999A8}" dt="2026-03-18T16:43:41.582" v="5230" actId="1035"/>
        <pc:sldMkLst>
          <pc:docMk/>
          <pc:sldMk cId="25969923" sldId="2147483647"/>
        </pc:sldMkLst>
        <pc:graphicFrameChg chg="mod modGraphic">
          <ac:chgData name="Barona Arroyo, Luis" userId="5a4a695f-e4b2-4ce1-9ea2-a99f58ad8fcf" providerId="ADAL" clId="{843D75FA-1524-4D8A-B216-4AA1B67999A8}" dt="2026-03-18T16:43:41.582" v="5230" actId="1035"/>
          <ac:graphicFrameMkLst>
            <pc:docMk/>
            <pc:sldMk cId="25969923" sldId="2147483647"/>
            <ac:graphicFrameMk id="6" creationId="{3FC542C4-1622-6BE0-6230-10A54794618B}"/>
          </ac:graphicFrameMkLst>
        </pc:graphicFrameChg>
        <pc:graphicFrameChg chg="mod">
          <ac:chgData name="Barona Arroyo, Luis" userId="5a4a695f-e4b2-4ce1-9ea2-a99f58ad8fcf" providerId="ADAL" clId="{843D75FA-1524-4D8A-B216-4AA1B67999A8}" dt="2026-03-18T16:43:41.582" v="5230" actId="1035"/>
          <ac:graphicFrameMkLst>
            <pc:docMk/>
            <pc:sldMk cId="25969923" sldId="2147483647"/>
            <ac:graphicFrameMk id="7" creationId="{B24B9780-4D9F-364C-7F86-0B71BF24CA71}"/>
          </ac:graphicFrameMkLst>
        </pc:graphicFrameChg>
      </pc:sldChg>
    </pc:docChg>
  </pc:docChgLst>
  <pc:docChgLst>
    <pc:chgData name="Cano Lasa, Juan" userId="b0060e5b-cb82-459d-8645-ffba8a2055ba" providerId="ADAL" clId="{1B5E48B8-A21C-43F6-9097-4381FC180945}"/>
    <pc:docChg chg="undo redo custSel addSld delSld modSld sldOrd modMainMaster">
      <pc:chgData name="Cano Lasa, Juan" userId="b0060e5b-cb82-459d-8645-ffba8a2055ba" providerId="ADAL" clId="{1B5E48B8-A21C-43F6-9097-4381FC180945}" dt="2026-03-20T11:53:44.582" v="7090" actId="20577"/>
      <pc:docMkLst>
        <pc:docMk/>
      </pc:docMkLst>
      <pc:sldChg chg="delSp modSp add mod ord">
        <pc:chgData name="Cano Lasa, Juan" userId="b0060e5b-cb82-459d-8645-ffba8a2055ba" providerId="ADAL" clId="{1B5E48B8-A21C-43F6-9097-4381FC180945}" dt="2026-03-20T10:40:27.378" v="6912" actId="113"/>
        <pc:sldMkLst>
          <pc:docMk/>
          <pc:sldMk cId="2283952447" sldId="256"/>
        </pc:sldMkLst>
        <pc:spChg chg="mod">
          <ac:chgData name="Cano Lasa, Juan" userId="b0060e5b-cb82-459d-8645-ffba8a2055ba" providerId="ADAL" clId="{1B5E48B8-A21C-43F6-9097-4381FC180945}" dt="2026-03-19T12:04:07.410" v="3597" actId="20577"/>
          <ac:spMkLst>
            <pc:docMk/>
            <pc:sldMk cId="2283952447" sldId="256"/>
            <ac:spMk id="4" creationId="{531ADE70-C3D7-ECC1-6E9C-F2554261AE0F}"/>
          </ac:spMkLst>
        </pc:spChg>
        <pc:spChg chg="mod">
          <ac:chgData name="Cano Lasa, Juan" userId="b0060e5b-cb82-459d-8645-ffba8a2055ba" providerId="ADAL" clId="{1B5E48B8-A21C-43F6-9097-4381FC180945}" dt="2026-03-19T12:09:28.309" v="4046" actId="1036"/>
          <ac:spMkLst>
            <pc:docMk/>
            <pc:sldMk cId="2283952447" sldId="256"/>
            <ac:spMk id="5" creationId="{91C43365-B3F4-40DD-0621-05395B1F4031}"/>
          </ac:spMkLst>
        </pc:spChg>
        <pc:spChg chg="mod">
          <ac:chgData name="Cano Lasa, Juan" userId="b0060e5b-cb82-459d-8645-ffba8a2055ba" providerId="ADAL" clId="{1B5E48B8-A21C-43F6-9097-4381FC180945}" dt="2026-03-19T12:09:28.309" v="4046" actId="1036"/>
          <ac:spMkLst>
            <pc:docMk/>
            <pc:sldMk cId="2283952447" sldId="256"/>
            <ac:spMk id="6" creationId="{8F58985A-65C9-9E79-7414-C1DDEBF7271C}"/>
          </ac:spMkLst>
        </pc:spChg>
        <pc:spChg chg="mod">
          <ac:chgData name="Cano Lasa, Juan" userId="b0060e5b-cb82-459d-8645-ffba8a2055ba" providerId="ADAL" clId="{1B5E48B8-A21C-43F6-9097-4381FC180945}" dt="2026-03-19T12:24:58.497" v="5064" actId="20577"/>
          <ac:spMkLst>
            <pc:docMk/>
            <pc:sldMk cId="2283952447" sldId="256"/>
            <ac:spMk id="8" creationId="{23A9DA04-0A60-01FA-A709-6452E98EB2CC}"/>
          </ac:spMkLst>
        </pc:spChg>
        <pc:spChg chg="mod">
          <ac:chgData name="Cano Lasa, Juan" userId="b0060e5b-cb82-459d-8645-ffba8a2055ba" providerId="ADAL" clId="{1B5E48B8-A21C-43F6-9097-4381FC180945}" dt="2026-03-20T10:36:33.586" v="6515" actId="1035"/>
          <ac:spMkLst>
            <pc:docMk/>
            <pc:sldMk cId="2283952447" sldId="256"/>
            <ac:spMk id="11" creationId="{B40260DF-12F1-B8B8-DA08-8DC5AF9976CB}"/>
          </ac:spMkLst>
        </pc:spChg>
        <pc:spChg chg="mod">
          <ac:chgData name="Cano Lasa, Juan" userId="b0060e5b-cb82-459d-8645-ffba8a2055ba" providerId="ADAL" clId="{1B5E48B8-A21C-43F6-9097-4381FC180945}" dt="2026-03-19T12:16:41.115" v="4281" actId="20577"/>
          <ac:spMkLst>
            <pc:docMk/>
            <pc:sldMk cId="2283952447" sldId="256"/>
            <ac:spMk id="12" creationId="{66FAF4C6-4D8B-6FA5-BA51-7CC5218D3313}"/>
          </ac:spMkLst>
        </pc:spChg>
        <pc:spChg chg="mod">
          <ac:chgData name="Cano Lasa, Juan" userId="b0060e5b-cb82-459d-8645-ffba8a2055ba" providerId="ADAL" clId="{1B5E48B8-A21C-43F6-9097-4381FC180945}" dt="2026-03-20T10:40:27.378" v="6912" actId="113"/>
          <ac:spMkLst>
            <pc:docMk/>
            <pc:sldMk cId="2283952447" sldId="256"/>
            <ac:spMk id="14" creationId="{CA2B4BD6-4463-A551-6260-B0ADADFD245E}"/>
          </ac:spMkLst>
        </pc:spChg>
        <pc:spChg chg="mod">
          <ac:chgData name="Cano Lasa, Juan" userId="b0060e5b-cb82-459d-8645-ffba8a2055ba" providerId="ADAL" clId="{1B5E48B8-A21C-43F6-9097-4381FC180945}" dt="2026-03-19T12:06:50.331" v="3873" actId="20577"/>
          <ac:spMkLst>
            <pc:docMk/>
            <pc:sldMk cId="2283952447" sldId="256"/>
            <ac:spMk id="19" creationId="{B35C8546-EC71-675B-6944-A5A40DD6D564}"/>
          </ac:spMkLst>
        </pc:spChg>
        <pc:spChg chg="mod">
          <ac:chgData name="Cano Lasa, Juan" userId="b0060e5b-cb82-459d-8645-ffba8a2055ba" providerId="ADAL" clId="{1B5E48B8-A21C-43F6-9097-4381FC180945}" dt="2026-03-20T09:34:03.652" v="5683" actId="3626"/>
          <ac:spMkLst>
            <pc:docMk/>
            <pc:sldMk cId="2283952447" sldId="256"/>
            <ac:spMk id="20" creationId="{C0CDB93C-2E54-BC96-D5D6-9985E5370126}"/>
          </ac:spMkLst>
        </pc:spChg>
        <pc:spChg chg="mod">
          <ac:chgData name="Cano Lasa, Juan" userId="b0060e5b-cb82-459d-8645-ffba8a2055ba" providerId="ADAL" clId="{1B5E48B8-A21C-43F6-9097-4381FC180945}" dt="2026-03-19T12:04:38.477" v="3660" actId="20577"/>
          <ac:spMkLst>
            <pc:docMk/>
            <pc:sldMk cId="2283952447" sldId="256"/>
            <ac:spMk id="44" creationId="{B4C543D1-DDE2-4554-7915-CCDE0FD847C9}"/>
          </ac:spMkLst>
        </pc:spChg>
        <pc:spChg chg="mod">
          <ac:chgData name="Cano Lasa, Juan" userId="b0060e5b-cb82-459d-8645-ffba8a2055ba" providerId="ADAL" clId="{1B5E48B8-A21C-43F6-9097-4381FC180945}" dt="2026-03-20T10:36:33.586" v="6515" actId="1035"/>
          <ac:spMkLst>
            <pc:docMk/>
            <pc:sldMk cId="2283952447" sldId="256"/>
            <ac:spMk id="47" creationId="{EAAC42BD-C6AC-A13F-44E0-34F934B02576}"/>
          </ac:spMkLst>
        </pc:spChg>
        <pc:spChg chg="mod">
          <ac:chgData name="Cano Lasa, Juan" userId="b0060e5b-cb82-459d-8645-ffba8a2055ba" providerId="ADAL" clId="{1B5E48B8-A21C-43F6-9097-4381FC180945}" dt="2026-03-20T10:36:47.721" v="6549" actId="1036"/>
          <ac:spMkLst>
            <pc:docMk/>
            <pc:sldMk cId="2283952447" sldId="256"/>
            <ac:spMk id="48" creationId="{85313ACC-517D-1F34-F988-B953A4E34AA5}"/>
          </ac:spMkLst>
        </pc:spChg>
        <pc:spChg chg="mod">
          <ac:chgData name="Cano Lasa, Juan" userId="b0060e5b-cb82-459d-8645-ffba8a2055ba" providerId="ADAL" clId="{1B5E48B8-A21C-43F6-9097-4381FC180945}" dt="2026-03-20T10:36:33.586" v="6515" actId="1035"/>
          <ac:spMkLst>
            <pc:docMk/>
            <pc:sldMk cId="2283952447" sldId="256"/>
            <ac:spMk id="50" creationId="{F36CE07C-FD5A-3E62-EF7E-55C1A17DDBEB}"/>
          </ac:spMkLst>
        </pc:spChg>
        <pc:spChg chg="mod">
          <ac:chgData name="Cano Lasa, Juan" userId="b0060e5b-cb82-459d-8645-ffba8a2055ba" providerId="ADAL" clId="{1B5E48B8-A21C-43F6-9097-4381FC180945}" dt="2026-03-20T10:40:10.400" v="6910" actId="20577"/>
          <ac:spMkLst>
            <pc:docMk/>
            <pc:sldMk cId="2283952447" sldId="256"/>
            <ac:spMk id="51" creationId="{D2B3617D-C0A8-49AA-744C-DBD481E4FD78}"/>
          </ac:spMkLst>
        </pc:spChg>
        <pc:spChg chg="mod">
          <ac:chgData name="Cano Lasa, Juan" userId="b0060e5b-cb82-459d-8645-ffba8a2055ba" providerId="ADAL" clId="{1B5E48B8-A21C-43F6-9097-4381FC180945}" dt="2026-03-19T12:10:06.682" v="4051" actId="14100"/>
          <ac:spMkLst>
            <pc:docMk/>
            <pc:sldMk cId="2283952447" sldId="256"/>
            <ac:spMk id="56" creationId="{7B3F245A-4B7F-8EA3-B10A-3C56BA449743}"/>
          </ac:spMkLst>
        </pc:spChg>
        <pc:spChg chg="mod">
          <ac:chgData name="Cano Lasa, Juan" userId="b0060e5b-cb82-459d-8645-ffba8a2055ba" providerId="ADAL" clId="{1B5E48B8-A21C-43F6-9097-4381FC180945}" dt="2026-03-19T12:10:01.378" v="4050" actId="14100"/>
          <ac:spMkLst>
            <pc:docMk/>
            <pc:sldMk cId="2283952447" sldId="256"/>
            <ac:spMk id="57" creationId="{5E680791-F0CE-B9D4-3C09-07BD309AEC88}"/>
          </ac:spMkLst>
        </pc:spChg>
        <pc:picChg chg="del">
          <ac:chgData name="Cano Lasa, Juan" userId="b0060e5b-cb82-459d-8645-ffba8a2055ba" providerId="ADAL" clId="{1B5E48B8-A21C-43F6-9097-4381FC180945}" dt="2026-03-19T12:10:11.375" v="4052" actId="478"/>
          <ac:picMkLst>
            <pc:docMk/>
            <pc:sldMk cId="2283952447" sldId="256"/>
            <ac:picMk id="15" creationId="{ABE6E644-1257-EA91-2B89-1EEE4CF65DB5}"/>
          </ac:picMkLst>
        </pc:picChg>
        <pc:picChg chg="del">
          <ac:chgData name="Cano Lasa, Juan" userId="b0060e5b-cb82-459d-8645-ffba8a2055ba" providerId="ADAL" clId="{1B5E48B8-A21C-43F6-9097-4381FC180945}" dt="2026-03-19T12:10:13.154" v="4053" actId="478"/>
          <ac:picMkLst>
            <pc:docMk/>
            <pc:sldMk cId="2283952447" sldId="256"/>
            <ac:picMk id="16" creationId="{3BF2FE66-87F3-B1A4-83E4-FD864AF34EBA}"/>
          </ac:picMkLst>
        </pc:picChg>
        <pc:picChg chg="del mod">
          <ac:chgData name="Cano Lasa, Juan" userId="b0060e5b-cb82-459d-8645-ffba8a2055ba" providerId="ADAL" clId="{1B5E48B8-A21C-43F6-9097-4381FC180945}" dt="2026-03-19T12:20:11.446" v="4593" actId="478"/>
          <ac:picMkLst>
            <pc:docMk/>
            <pc:sldMk cId="2283952447" sldId="256"/>
            <ac:picMk id="29" creationId="{EC510204-ACBD-5918-B971-6BF8C7D8A45E}"/>
          </ac:picMkLst>
        </pc:picChg>
        <pc:cxnChg chg="mod">
          <ac:chgData name="Cano Lasa, Juan" userId="b0060e5b-cb82-459d-8645-ffba8a2055ba" providerId="ADAL" clId="{1B5E48B8-A21C-43F6-9097-4381FC180945}" dt="2026-03-20T10:26:06.908" v="6504" actId="1035"/>
          <ac:cxnSpMkLst>
            <pc:docMk/>
            <pc:sldMk cId="2283952447" sldId="256"/>
            <ac:cxnSpMk id="24" creationId="{D67C6513-43ED-4CEE-2222-9F18DB8209DD}"/>
          </ac:cxnSpMkLst>
        </pc:cxnChg>
        <pc:cxnChg chg="mod">
          <ac:chgData name="Cano Lasa, Juan" userId="b0060e5b-cb82-459d-8645-ffba8a2055ba" providerId="ADAL" clId="{1B5E48B8-A21C-43F6-9097-4381FC180945}" dt="2026-03-20T10:36:40.043" v="6529" actId="1035"/>
          <ac:cxnSpMkLst>
            <pc:docMk/>
            <pc:sldMk cId="2283952447" sldId="256"/>
            <ac:cxnSpMk id="25" creationId="{05A3A6E2-1EB0-D196-7165-4B4BE5AD7C80}"/>
          </ac:cxnSpMkLst>
        </pc:cxnChg>
      </pc:sldChg>
      <pc:sldChg chg="add del">
        <pc:chgData name="Cano Lasa, Juan" userId="b0060e5b-cb82-459d-8645-ffba8a2055ba" providerId="ADAL" clId="{1B5E48B8-A21C-43F6-9097-4381FC180945}" dt="2026-03-19T11:46:08.250" v="3497" actId="47"/>
        <pc:sldMkLst>
          <pc:docMk/>
          <pc:sldMk cId="3373161496" sldId="256"/>
        </pc:sldMkLst>
      </pc:sldChg>
      <pc:sldChg chg="modSp add mod ord">
        <pc:chgData name="Cano Lasa, Juan" userId="b0060e5b-cb82-459d-8645-ffba8a2055ba" providerId="ADAL" clId="{1B5E48B8-A21C-43F6-9097-4381FC180945}" dt="2026-03-20T10:43:45.265" v="7002" actId="20577"/>
        <pc:sldMkLst>
          <pc:docMk/>
          <pc:sldMk cId="528782072" sldId="258"/>
        </pc:sldMkLst>
        <pc:spChg chg="mod">
          <ac:chgData name="Cano Lasa, Juan" userId="b0060e5b-cb82-459d-8645-ffba8a2055ba" providerId="ADAL" clId="{1B5E48B8-A21C-43F6-9097-4381FC180945}" dt="2026-03-19T12:33:44.867" v="5203" actId="20577"/>
          <ac:spMkLst>
            <pc:docMk/>
            <pc:sldMk cId="528782072" sldId="258"/>
            <ac:spMk id="4" creationId="{BCB3668F-D421-6877-F995-B174C62B6D1D}"/>
          </ac:spMkLst>
        </pc:spChg>
        <pc:spChg chg="mod">
          <ac:chgData name="Cano Lasa, Juan" userId="b0060e5b-cb82-459d-8645-ffba8a2055ba" providerId="ADAL" clId="{1B5E48B8-A21C-43F6-9097-4381FC180945}" dt="2026-03-20T09:42:22.447" v="5944" actId="20577"/>
          <ac:spMkLst>
            <pc:docMk/>
            <pc:sldMk cId="528782072" sldId="258"/>
            <ac:spMk id="12" creationId="{5472260C-BF8A-D6C7-E088-40D39D51ADE6}"/>
          </ac:spMkLst>
        </pc:spChg>
        <pc:spChg chg="mod">
          <ac:chgData name="Cano Lasa, Juan" userId="b0060e5b-cb82-459d-8645-ffba8a2055ba" providerId="ADAL" clId="{1B5E48B8-A21C-43F6-9097-4381FC180945}" dt="2026-03-20T10:02:44.808" v="6136" actId="207"/>
          <ac:spMkLst>
            <pc:docMk/>
            <pc:sldMk cId="528782072" sldId="258"/>
            <ac:spMk id="24" creationId="{A6D73885-E7A0-6664-4FFF-388427FB5D4A}"/>
          </ac:spMkLst>
        </pc:spChg>
        <pc:spChg chg="mod">
          <ac:chgData name="Cano Lasa, Juan" userId="b0060e5b-cb82-459d-8645-ffba8a2055ba" providerId="ADAL" clId="{1B5E48B8-A21C-43F6-9097-4381FC180945}" dt="2026-03-20T10:43:45.265" v="7002" actId="20577"/>
          <ac:spMkLst>
            <pc:docMk/>
            <pc:sldMk cId="528782072" sldId="258"/>
            <ac:spMk id="29" creationId="{1B63FC0F-2973-02E7-D66D-ED77EA7110FD}"/>
          </ac:spMkLst>
        </pc:spChg>
        <pc:spChg chg="mod">
          <ac:chgData name="Cano Lasa, Juan" userId="b0060e5b-cb82-459d-8645-ffba8a2055ba" providerId="ADAL" clId="{1B5E48B8-A21C-43F6-9097-4381FC180945}" dt="2026-03-19T12:42:04.793" v="5387" actId="20577"/>
          <ac:spMkLst>
            <pc:docMk/>
            <pc:sldMk cId="528782072" sldId="258"/>
            <ac:spMk id="56" creationId="{1BFFAE5A-7987-CD42-B0D9-48754D6B1C95}"/>
          </ac:spMkLst>
        </pc:spChg>
        <pc:spChg chg="mod">
          <ac:chgData name="Cano Lasa, Juan" userId="b0060e5b-cb82-459d-8645-ffba8a2055ba" providerId="ADAL" clId="{1B5E48B8-A21C-43F6-9097-4381FC180945}" dt="2026-03-20T10:09:09.789" v="6374" actId="113"/>
          <ac:spMkLst>
            <pc:docMk/>
            <pc:sldMk cId="528782072" sldId="258"/>
            <ac:spMk id="67" creationId="{75A8C6C5-0F26-7B2C-56FB-F85E8BBA59AB}"/>
          </ac:spMkLst>
        </pc:spChg>
        <pc:spChg chg="mod">
          <ac:chgData name="Cano Lasa, Juan" userId="b0060e5b-cb82-459d-8645-ffba8a2055ba" providerId="ADAL" clId="{1B5E48B8-A21C-43F6-9097-4381FC180945}" dt="2026-03-20T10:03:47.345" v="6143" actId="14100"/>
          <ac:spMkLst>
            <pc:docMk/>
            <pc:sldMk cId="528782072" sldId="258"/>
            <ac:spMk id="69" creationId="{3F195FB8-CFC2-D156-D855-B24BE0FB6E36}"/>
          </ac:spMkLst>
        </pc:spChg>
        <pc:spChg chg="mod">
          <ac:chgData name="Cano Lasa, Juan" userId="b0060e5b-cb82-459d-8645-ffba8a2055ba" providerId="ADAL" clId="{1B5E48B8-A21C-43F6-9097-4381FC180945}" dt="2026-03-20T10:42:52.336" v="6998" actId="207"/>
          <ac:spMkLst>
            <pc:docMk/>
            <pc:sldMk cId="528782072" sldId="258"/>
            <ac:spMk id="70" creationId="{E76A8A5C-1AF7-05A6-F6FC-43F3749B55C0}"/>
          </ac:spMkLst>
        </pc:spChg>
      </pc:sldChg>
      <pc:sldChg chg="addSp delSp modSp new del mod">
        <pc:chgData name="Cano Lasa, Juan" userId="b0060e5b-cb82-459d-8645-ffba8a2055ba" providerId="ADAL" clId="{1B5E48B8-A21C-43F6-9097-4381FC180945}" dt="2026-03-20T11:47:07.771" v="7070" actId="47"/>
        <pc:sldMkLst>
          <pc:docMk/>
          <pc:sldMk cId="2070912316" sldId="259"/>
        </pc:sldMkLst>
        <pc:spChg chg="del">
          <ac:chgData name="Cano Lasa, Juan" userId="b0060e5b-cb82-459d-8645-ffba8a2055ba" providerId="ADAL" clId="{1B5E48B8-A21C-43F6-9097-4381FC180945}" dt="2026-03-20T11:44:25.892" v="7022" actId="478"/>
          <ac:spMkLst>
            <pc:docMk/>
            <pc:sldMk cId="2070912316" sldId="259"/>
            <ac:spMk id="2" creationId="{B96D281B-8292-B656-649E-0CCFA9C3C065}"/>
          </ac:spMkLst>
        </pc:spChg>
        <pc:spChg chg="add mod">
          <ac:chgData name="Cano Lasa, Juan" userId="b0060e5b-cb82-459d-8645-ffba8a2055ba" providerId="ADAL" clId="{1B5E48B8-A21C-43F6-9097-4381FC180945}" dt="2026-03-20T11:44:37.410" v="7068" actId="1035"/>
          <ac:spMkLst>
            <pc:docMk/>
            <pc:sldMk cId="2070912316" sldId="259"/>
            <ac:spMk id="9" creationId="{8FF44AD9-EF38-EB6C-DCCE-7FD5135BA0EA}"/>
          </ac:spMkLst>
        </pc:spChg>
        <pc:spChg chg="add mod">
          <ac:chgData name="Cano Lasa, Juan" userId="b0060e5b-cb82-459d-8645-ffba8a2055ba" providerId="ADAL" clId="{1B5E48B8-A21C-43F6-9097-4381FC180945}" dt="2026-03-20T11:44:37.410" v="7068" actId="1035"/>
          <ac:spMkLst>
            <pc:docMk/>
            <pc:sldMk cId="2070912316" sldId="259"/>
            <ac:spMk id="12" creationId="{85A64B92-8021-DAC7-E4DF-A2707D6EC6C7}"/>
          </ac:spMkLst>
        </pc:spChg>
        <pc:spChg chg="add mod">
          <ac:chgData name="Cano Lasa, Juan" userId="b0060e5b-cb82-459d-8645-ffba8a2055ba" providerId="ADAL" clId="{1B5E48B8-A21C-43F6-9097-4381FC180945}" dt="2026-03-20T11:44:37.410" v="7068" actId="1035"/>
          <ac:spMkLst>
            <pc:docMk/>
            <pc:sldMk cId="2070912316" sldId="259"/>
            <ac:spMk id="14" creationId="{9DAD8314-092E-FBDF-44C7-7A22E302B645}"/>
          </ac:spMkLst>
        </pc:spChg>
        <pc:spChg chg="add mod">
          <ac:chgData name="Cano Lasa, Juan" userId="b0060e5b-cb82-459d-8645-ffba8a2055ba" providerId="ADAL" clId="{1B5E48B8-A21C-43F6-9097-4381FC180945}" dt="2026-03-20T11:44:37.410" v="7068" actId="1035"/>
          <ac:spMkLst>
            <pc:docMk/>
            <pc:sldMk cId="2070912316" sldId="259"/>
            <ac:spMk id="16" creationId="{8A95155F-8E51-2911-6BC2-52C03920F6BF}"/>
          </ac:spMkLst>
        </pc:spChg>
        <pc:spChg chg="add mod">
          <ac:chgData name="Cano Lasa, Juan" userId="b0060e5b-cb82-459d-8645-ffba8a2055ba" providerId="ADAL" clId="{1B5E48B8-A21C-43F6-9097-4381FC180945}" dt="2026-03-20T11:44:37.410" v="7068" actId="1035"/>
          <ac:spMkLst>
            <pc:docMk/>
            <pc:sldMk cId="2070912316" sldId="259"/>
            <ac:spMk id="20" creationId="{909716D5-1F71-3E05-2175-90E10F1F1180}"/>
          </ac:spMkLst>
        </pc:spChg>
        <pc:spChg chg="add mod">
          <ac:chgData name="Cano Lasa, Juan" userId="b0060e5b-cb82-459d-8645-ffba8a2055ba" providerId="ADAL" clId="{1B5E48B8-A21C-43F6-9097-4381FC180945}" dt="2026-03-20T11:44:37.410" v="7068" actId="1035"/>
          <ac:spMkLst>
            <pc:docMk/>
            <pc:sldMk cId="2070912316" sldId="259"/>
            <ac:spMk id="28" creationId="{157C0431-0B1B-3C22-577B-FEBAB8A1EAEE}"/>
          </ac:spMkLst>
        </pc:spChg>
        <pc:spChg chg="add mod">
          <ac:chgData name="Cano Lasa, Juan" userId="b0060e5b-cb82-459d-8645-ffba8a2055ba" providerId="ADAL" clId="{1B5E48B8-A21C-43F6-9097-4381FC180945}" dt="2026-03-20T11:44:37.410" v="7068" actId="1035"/>
          <ac:spMkLst>
            <pc:docMk/>
            <pc:sldMk cId="2070912316" sldId="259"/>
            <ac:spMk id="29" creationId="{2D32A73A-115E-7804-593D-62FE49C0821C}"/>
          </ac:spMkLst>
        </pc:spChg>
        <pc:spChg chg="add mod">
          <ac:chgData name="Cano Lasa, Juan" userId="b0060e5b-cb82-459d-8645-ffba8a2055ba" providerId="ADAL" clId="{1B5E48B8-A21C-43F6-9097-4381FC180945}" dt="2026-03-20T11:44:37.410" v="7068" actId="1035"/>
          <ac:spMkLst>
            <pc:docMk/>
            <pc:sldMk cId="2070912316" sldId="259"/>
            <ac:spMk id="30" creationId="{D0B50C22-D3A2-4D0E-56C3-90CCA066D8AE}"/>
          </ac:spMkLst>
        </pc:spChg>
        <pc:spChg chg="add mod">
          <ac:chgData name="Cano Lasa, Juan" userId="b0060e5b-cb82-459d-8645-ffba8a2055ba" providerId="ADAL" clId="{1B5E48B8-A21C-43F6-9097-4381FC180945}" dt="2026-03-20T11:44:37.410" v="7068" actId="1035"/>
          <ac:spMkLst>
            <pc:docMk/>
            <pc:sldMk cId="2070912316" sldId="259"/>
            <ac:spMk id="33" creationId="{B4F07344-6A00-58A0-BD0A-6B3C43820282}"/>
          </ac:spMkLst>
        </pc:spChg>
        <pc:spChg chg="add mod">
          <ac:chgData name="Cano Lasa, Juan" userId="b0060e5b-cb82-459d-8645-ffba8a2055ba" providerId="ADAL" clId="{1B5E48B8-A21C-43F6-9097-4381FC180945}" dt="2026-03-20T11:44:37.410" v="7068" actId="1035"/>
          <ac:spMkLst>
            <pc:docMk/>
            <pc:sldMk cId="2070912316" sldId="259"/>
            <ac:spMk id="34" creationId="{1AE9BE23-6CFA-FAEB-2995-2A2E224920E9}"/>
          </ac:spMkLst>
        </pc:spChg>
        <pc:spChg chg="mod">
          <ac:chgData name="Cano Lasa, Juan" userId="b0060e5b-cb82-459d-8645-ffba8a2055ba" providerId="ADAL" clId="{1B5E48B8-A21C-43F6-9097-4381FC180945}" dt="2026-03-20T11:44:42.600" v="7069" actId="1076"/>
          <ac:spMkLst>
            <pc:docMk/>
            <pc:sldMk cId="2070912316" sldId="259"/>
            <ac:spMk id="35" creationId="{7D35A3C3-DDB6-AFDF-18A8-6538C14AB2C4}"/>
          </ac:spMkLst>
        </pc:spChg>
        <pc:graphicFrameChg chg="add mod ord modVis">
          <ac:chgData name="Cano Lasa, Juan" userId="b0060e5b-cb82-459d-8645-ffba8a2055ba" providerId="ADAL" clId="{1B5E48B8-A21C-43F6-9097-4381FC180945}" dt="2026-03-20T11:44:26.825" v="7036"/>
          <ac:graphicFrameMkLst>
            <pc:docMk/>
            <pc:sldMk cId="2070912316" sldId="259"/>
            <ac:graphicFrameMk id="8" creationId="{C8E96C97-4A15-DD44-0295-9DF45345F96B}"/>
          </ac:graphicFrameMkLst>
        </pc:graphicFrameChg>
      </pc:sldChg>
      <pc:sldChg chg="modSp mod">
        <pc:chgData name="Cano Lasa, Juan" userId="b0060e5b-cb82-459d-8645-ffba8a2055ba" providerId="ADAL" clId="{1B5E48B8-A21C-43F6-9097-4381FC180945}" dt="2026-03-10T12:40:12.657" v="5" actId="20577"/>
        <pc:sldMkLst>
          <pc:docMk/>
          <pc:sldMk cId="1956557192" sldId="374"/>
        </pc:sldMkLst>
        <pc:spChg chg="mod">
          <ac:chgData name="Cano Lasa, Juan" userId="b0060e5b-cb82-459d-8645-ffba8a2055ba" providerId="ADAL" clId="{1B5E48B8-A21C-43F6-9097-4381FC180945}" dt="2026-03-10T12:40:12.657" v="5" actId="20577"/>
          <ac:spMkLst>
            <pc:docMk/>
            <pc:sldMk cId="1956557192" sldId="374"/>
            <ac:spMk id="9" creationId="{5D946FBC-9B86-C2EC-E3E0-10A1E39913E5}"/>
          </ac:spMkLst>
        </pc:spChg>
      </pc:sldChg>
      <pc:sldChg chg="addSp delSp modSp mod">
        <pc:chgData name="Cano Lasa, Juan" userId="b0060e5b-cb82-459d-8645-ffba8a2055ba" providerId="ADAL" clId="{1B5E48B8-A21C-43F6-9097-4381FC180945}" dt="2026-03-20T11:42:51.576" v="7020" actId="20577"/>
        <pc:sldMkLst>
          <pc:docMk/>
          <pc:sldMk cId="1054275552" sldId="2147483398"/>
        </pc:sldMkLst>
        <pc:spChg chg="mod">
          <ac:chgData name="Cano Lasa, Juan" userId="b0060e5b-cb82-459d-8645-ffba8a2055ba" providerId="ADAL" clId="{1B5E48B8-A21C-43F6-9097-4381FC180945}" dt="2026-03-13T11:13:13.718" v="2889" actId="20577"/>
          <ac:spMkLst>
            <pc:docMk/>
            <pc:sldMk cId="1054275552" sldId="2147483398"/>
            <ac:spMk id="3" creationId="{195D9867-4EF1-4BDD-834A-23831F5F838C}"/>
          </ac:spMkLst>
        </pc:spChg>
        <pc:spChg chg="mod">
          <ac:chgData name="Cano Lasa, Juan" userId="b0060e5b-cb82-459d-8645-ffba8a2055ba" providerId="ADAL" clId="{1B5E48B8-A21C-43F6-9097-4381FC180945}" dt="2026-03-18T12:54:46.486" v="3099" actId="20577"/>
          <ac:spMkLst>
            <pc:docMk/>
            <pc:sldMk cId="1054275552" sldId="2147483398"/>
            <ac:spMk id="4" creationId="{48F6DE0A-B8AA-1742-CB97-64FE43E72408}"/>
          </ac:spMkLst>
        </pc:spChg>
        <pc:spChg chg="add mod">
          <ac:chgData name="Cano Lasa, Juan" userId="b0060e5b-cb82-459d-8645-ffba8a2055ba" providerId="ADAL" clId="{1B5E48B8-A21C-43F6-9097-4381FC180945}" dt="2026-03-18T13:12:21.062" v="3355" actId="20577"/>
          <ac:spMkLst>
            <pc:docMk/>
            <pc:sldMk cId="1054275552" sldId="2147483398"/>
            <ac:spMk id="5" creationId="{342D98E7-828A-73AA-2C34-631158A57D07}"/>
          </ac:spMkLst>
        </pc:spChg>
        <pc:spChg chg="mod">
          <ac:chgData name="Cano Lasa, Juan" userId="b0060e5b-cb82-459d-8645-ffba8a2055ba" providerId="ADAL" clId="{1B5E48B8-A21C-43F6-9097-4381FC180945}" dt="2026-03-10T13:09:52.483" v="368" actId="1035"/>
          <ac:spMkLst>
            <pc:docMk/>
            <pc:sldMk cId="1054275552" sldId="2147483398"/>
            <ac:spMk id="6" creationId="{E9F94D52-87D4-ECEB-70E4-9D058EA197E5}"/>
          </ac:spMkLst>
        </pc:spChg>
        <pc:spChg chg="mod">
          <ac:chgData name="Cano Lasa, Juan" userId="b0060e5b-cb82-459d-8645-ffba8a2055ba" providerId="ADAL" clId="{1B5E48B8-A21C-43F6-9097-4381FC180945}" dt="2026-03-20T11:14:46.749" v="7004" actId="20577"/>
          <ac:spMkLst>
            <pc:docMk/>
            <pc:sldMk cId="1054275552" sldId="2147483398"/>
            <ac:spMk id="7" creationId="{203B1EF8-8228-2435-C87F-ECF5D8D21282}"/>
          </ac:spMkLst>
        </pc:spChg>
        <pc:spChg chg="mod">
          <ac:chgData name="Cano Lasa, Juan" userId="b0060e5b-cb82-459d-8645-ffba8a2055ba" providerId="ADAL" clId="{1B5E48B8-A21C-43F6-9097-4381FC180945}" dt="2026-03-20T11:18:54.364" v="7006" actId="20577"/>
          <ac:spMkLst>
            <pc:docMk/>
            <pc:sldMk cId="1054275552" sldId="2147483398"/>
            <ac:spMk id="8" creationId="{B4936804-47D6-533E-5166-C554E9CC46A0}"/>
          </ac:spMkLst>
        </pc:spChg>
        <pc:spChg chg="mod">
          <ac:chgData name="Cano Lasa, Juan" userId="b0060e5b-cb82-459d-8645-ffba8a2055ba" providerId="ADAL" clId="{1B5E48B8-A21C-43F6-9097-4381FC180945}" dt="2026-03-18T12:43:04.882" v="2900" actId="20577"/>
          <ac:spMkLst>
            <pc:docMk/>
            <pc:sldMk cId="1054275552" sldId="2147483398"/>
            <ac:spMk id="10" creationId="{5485EDC8-BDCD-5D4E-8FE7-374756A858A1}"/>
          </ac:spMkLst>
        </pc:spChg>
        <pc:spChg chg="mod">
          <ac:chgData name="Cano Lasa, Juan" userId="b0060e5b-cb82-459d-8645-ffba8a2055ba" providerId="ADAL" clId="{1B5E48B8-A21C-43F6-9097-4381FC180945}" dt="2026-03-20T11:42:51.576" v="7020" actId="20577"/>
          <ac:spMkLst>
            <pc:docMk/>
            <pc:sldMk cId="1054275552" sldId="2147483398"/>
            <ac:spMk id="11" creationId="{8F5EE8FA-5984-7091-04EF-D41D92786709}"/>
          </ac:spMkLst>
        </pc:spChg>
        <pc:spChg chg="mod">
          <ac:chgData name="Cano Lasa, Juan" userId="b0060e5b-cb82-459d-8645-ffba8a2055ba" providerId="ADAL" clId="{1B5E48B8-A21C-43F6-9097-4381FC180945}" dt="2026-03-18T12:43:37.251" v="2917" actId="20577"/>
          <ac:spMkLst>
            <pc:docMk/>
            <pc:sldMk cId="1054275552" sldId="2147483398"/>
            <ac:spMk id="12" creationId="{2EDCB102-D874-1F9A-61CB-9BBD22D22C4B}"/>
          </ac:spMkLst>
        </pc:spChg>
        <pc:spChg chg="add mod">
          <ac:chgData name="Cano Lasa, Juan" userId="b0060e5b-cb82-459d-8645-ffba8a2055ba" providerId="ADAL" clId="{1B5E48B8-A21C-43F6-9097-4381FC180945}" dt="2026-03-11T11:33:44.589" v="2183" actId="14100"/>
          <ac:spMkLst>
            <pc:docMk/>
            <pc:sldMk cId="1054275552" sldId="2147483398"/>
            <ac:spMk id="13" creationId="{A5342C33-97F9-A065-D6A3-B7F8A444FC26}"/>
          </ac:spMkLst>
        </pc:spChg>
        <pc:spChg chg="mod">
          <ac:chgData name="Cano Lasa, Juan" userId="b0060e5b-cb82-459d-8645-ffba8a2055ba" providerId="ADAL" clId="{1B5E48B8-A21C-43F6-9097-4381FC180945}" dt="2026-03-18T13:06:59.951" v="3313" actId="1076"/>
          <ac:spMkLst>
            <pc:docMk/>
            <pc:sldMk cId="1054275552" sldId="2147483398"/>
            <ac:spMk id="17" creationId="{128314C1-A728-D3C8-BC2A-E416CB633943}"/>
          </ac:spMkLst>
        </pc:spChg>
        <pc:spChg chg="mod">
          <ac:chgData name="Cano Lasa, Juan" userId="b0060e5b-cb82-459d-8645-ffba8a2055ba" providerId="ADAL" clId="{1B5E48B8-A21C-43F6-9097-4381FC180945}" dt="2026-03-10T13:09:52.483" v="368" actId="1035"/>
          <ac:spMkLst>
            <pc:docMk/>
            <pc:sldMk cId="1054275552" sldId="2147483398"/>
            <ac:spMk id="22" creationId="{23C6E13D-1298-FE8C-EAE8-D36CEC8A6179}"/>
          </ac:spMkLst>
        </pc:spChg>
        <pc:spChg chg="mod">
          <ac:chgData name="Cano Lasa, Juan" userId="b0060e5b-cb82-459d-8645-ffba8a2055ba" providerId="ADAL" clId="{1B5E48B8-A21C-43F6-9097-4381FC180945}" dt="2026-03-10T13:09:52.483" v="368" actId="1035"/>
          <ac:spMkLst>
            <pc:docMk/>
            <pc:sldMk cId="1054275552" sldId="2147483398"/>
            <ac:spMk id="25" creationId="{18BF22A1-BCD3-61AD-AA13-469E63AB1EA8}"/>
          </ac:spMkLst>
        </pc:spChg>
        <pc:spChg chg="mod">
          <ac:chgData name="Cano Lasa, Juan" userId="b0060e5b-cb82-459d-8645-ffba8a2055ba" providerId="ADAL" clId="{1B5E48B8-A21C-43F6-9097-4381FC180945}" dt="2026-03-10T13:09:52.483" v="368" actId="1035"/>
          <ac:spMkLst>
            <pc:docMk/>
            <pc:sldMk cId="1054275552" sldId="2147483398"/>
            <ac:spMk id="26" creationId="{76CAA101-6A4F-3335-D55A-87C825A3295A}"/>
          </ac:spMkLst>
        </pc:spChg>
        <pc:spChg chg="mod">
          <ac:chgData name="Cano Lasa, Juan" userId="b0060e5b-cb82-459d-8645-ffba8a2055ba" providerId="ADAL" clId="{1B5E48B8-A21C-43F6-9097-4381FC180945}" dt="2026-03-13T10:36:10.250" v="2810" actId="20577"/>
          <ac:spMkLst>
            <pc:docMk/>
            <pc:sldMk cId="1054275552" sldId="2147483398"/>
            <ac:spMk id="33" creationId="{C7CBA01E-999F-B55E-0D75-EF9C360B48A8}"/>
          </ac:spMkLst>
        </pc:spChg>
        <pc:spChg chg="mod">
          <ac:chgData name="Cano Lasa, Juan" userId="b0060e5b-cb82-459d-8645-ffba8a2055ba" providerId="ADAL" clId="{1B5E48B8-A21C-43F6-9097-4381FC180945}" dt="2026-03-18T15:30:42.764" v="3487" actId="20577"/>
          <ac:spMkLst>
            <pc:docMk/>
            <pc:sldMk cId="1054275552" sldId="2147483398"/>
            <ac:spMk id="53" creationId="{A086FCA8-06C6-6B3C-58A3-84FEBDAE3F6E}"/>
          </ac:spMkLst>
        </pc:spChg>
        <pc:spChg chg="mod">
          <ac:chgData name="Cano Lasa, Juan" userId="b0060e5b-cb82-459d-8645-ffba8a2055ba" providerId="ADAL" clId="{1B5E48B8-A21C-43F6-9097-4381FC180945}" dt="2026-03-18T13:07:03.671" v="3314" actId="14100"/>
          <ac:spMkLst>
            <pc:docMk/>
            <pc:sldMk cId="1054275552" sldId="2147483398"/>
            <ac:spMk id="55" creationId="{3C65C5CB-07ED-C7CA-7947-F295EC48CA9D}"/>
          </ac:spMkLst>
        </pc:spChg>
        <pc:spChg chg="mod">
          <ac:chgData name="Cano Lasa, Juan" userId="b0060e5b-cb82-459d-8645-ffba8a2055ba" providerId="ADAL" clId="{1B5E48B8-A21C-43F6-9097-4381FC180945}" dt="2026-03-20T11:26:09.144" v="7014" actId="14100"/>
          <ac:spMkLst>
            <pc:docMk/>
            <pc:sldMk cId="1054275552" sldId="2147483398"/>
            <ac:spMk id="57" creationId="{187D46D6-5539-B30C-5144-6BD46DA3900A}"/>
          </ac:spMkLst>
        </pc:spChg>
        <pc:spChg chg="mod">
          <ac:chgData name="Cano Lasa, Juan" userId="b0060e5b-cb82-459d-8645-ffba8a2055ba" providerId="ADAL" clId="{1B5E48B8-A21C-43F6-9097-4381FC180945}" dt="2026-03-20T11:42:49.026" v="7018" actId="20577"/>
          <ac:spMkLst>
            <pc:docMk/>
            <pc:sldMk cId="1054275552" sldId="2147483398"/>
            <ac:spMk id="58" creationId="{9C29DA58-97CC-B77C-230C-2A8C8060E593}"/>
          </ac:spMkLst>
        </pc:spChg>
        <pc:spChg chg="mod">
          <ac:chgData name="Cano Lasa, Juan" userId="b0060e5b-cb82-459d-8645-ffba8a2055ba" providerId="ADAL" clId="{1B5E48B8-A21C-43F6-9097-4381FC180945}" dt="2026-03-19T08:41:39.423" v="3494" actId="20577"/>
          <ac:spMkLst>
            <pc:docMk/>
            <pc:sldMk cId="1054275552" sldId="2147483398"/>
            <ac:spMk id="59" creationId="{C17CE712-C4C5-2A51-10FD-C54E2B61256F}"/>
          </ac:spMkLst>
        </pc:spChg>
        <pc:spChg chg="mod">
          <ac:chgData name="Cano Lasa, Juan" userId="b0060e5b-cb82-459d-8645-ffba8a2055ba" providerId="ADAL" clId="{1B5E48B8-A21C-43F6-9097-4381FC180945}" dt="2026-03-20T11:24:47.004" v="7013" actId="20577"/>
          <ac:spMkLst>
            <pc:docMk/>
            <pc:sldMk cId="1054275552" sldId="2147483398"/>
            <ac:spMk id="61" creationId="{58DF953C-E92D-C4FD-E13A-3EBC3A2981B0}"/>
          </ac:spMkLst>
        </pc:spChg>
        <pc:spChg chg="mod">
          <ac:chgData name="Cano Lasa, Juan" userId="b0060e5b-cb82-459d-8645-ffba8a2055ba" providerId="ADAL" clId="{1B5E48B8-A21C-43F6-9097-4381FC180945}" dt="2026-03-12T17:35:34.821" v="2805" actId="14100"/>
          <ac:spMkLst>
            <pc:docMk/>
            <pc:sldMk cId="1054275552" sldId="2147483398"/>
            <ac:spMk id="62" creationId="{658E6A86-7436-7455-C31B-1EAA486102D1}"/>
          </ac:spMkLst>
        </pc:spChg>
        <pc:spChg chg="mod">
          <ac:chgData name="Cano Lasa, Juan" userId="b0060e5b-cb82-459d-8645-ffba8a2055ba" providerId="ADAL" clId="{1B5E48B8-A21C-43F6-9097-4381FC180945}" dt="2026-03-10T13:09:52.483" v="368" actId="1035"/>
          <ac:spMkLst>
            <pc:docMk/>
            <pc:sldMk cId="1054275552" sldId="2147483398"/>
            <ac:spMk id="66" creationId="{FCF32551-C240-4E1A-A34B-6370B6FDB314}"/>
          </ac:spMkLst>
        </pc:spChg>
      </pc:sldChg>
      <pc:sldChg chg="mod ord modShow">
        <pc:chgData name="Cano Lasa, Juan" userId="b0060e5b-cb82-459d-8645-ffba8a2055ba" providerId="ADAL" clId="{1B5E48B8-A21C-43F6-9097-4381FC180945}" dt="2026-03-20T10:40:31.177" v="6914"/>
        <pc:sldMkLst>
          <pc:docMk/>
          <pc:sldMk cId="2887845554" sldId="2147483638"/>
        </pc:sldMkLst>
      </pc:sldChg>
      <pc:sldChg chg="modSp mod modShow">
        <pc:chgData name="Cano Lasa, Juan" userId="b0060e5b-cb82-459d-8645-ffba8a2055ba" providerId="ADAL" clId="{1B5E48B8-A21C-43F6-9097-4381FC180945}" dt="2026-03-19T12:33:20.828" v="5108" actId="729"/>
        <pc:sldMkLst>
          <pc:docMk/>
          <pc:sldMk cId="3445613590" sldId="2147483639"/>
        </pc:sldMkLst>
        <pc:spChg chg="mod">
          <ac:chgData name="Cano Lasa, Juan" userId="b0060e5b-cb82-459d-8645-ffba8a2055ba" providerId="ADAL" clId="{1B5E48B8-A21C-43F6-9097-4381FC180945}" dt="2026-03-19T12:33:12.917" v="5106" actId="20577"/>
          <ac:spMkLst>
            <pc:docMk/>
            <pc:sldMk cId="3445613590" sldId="2147483639"/>
            <ac:spMk id="4" creationId="{47DCEAA2-B2C1-243E-A96C-F347F623D28F}"/>
          </ac:spMkLst>
        </pc:spChg>
      </pc:sldChg>
      <pc:sldChg chg="modSp add mod">
        <pc:chgData name="Cano Lasa, Juan" userId="b0060e5b-cb82-459d-8645-ffba8a2055ba" providerId="ADAL" clId="{1B5E48B8-A21C-43F6-9097-4381FC180945}" dt="2026-03-20T11:53:44.582" v="7090" actId="20577"/>
        <pc:sldMkLst>
          <pc:docMk/>
          <pc:sldMk cId="3160294301" sldId="2147483645"/>
        </pc:sldMkLst>
        <pc:spChg chg="mod">
          <ac:chgData name="Cano Lasa, Juan" userId="b0060e5b-cb82-459d-8645-ffba8a2055ba" providerId="ADAL" clId="{1B5E48B8-A21C-43F6-9097-4381FC180945}" dt="2026-03-18T15:28:05.687" v="3485" actId="20577"/>
          <ac:spMkLst>
            <pc:docMk/>
            <pc:sldMk cId="3160294301" sldId="2147483645"/>
            <ac:spMk id="3" creationId="{3C77F758-5E85-025E-9124-039D0D2E72EB}"/>
          </ac:spMkLst>
        </pc:spChg>
        <pc:spChg chg="mod">
          <ac:chgData name="Cano Lasa, Juan" userId="b0060e5b-cb82-459d-8645-ffba8a2055ba" providerId="ADAL" clId="{1B5E48B8-A21C-43F6-9097-4381FC180945}" dt="2026-03-20T11:52:53.518" v="7072" actId="20577"/>
          <ac:spMkLst>
            <pc:docMk/>
            <pc:sldMk cId="3160294301" sldId="2147483645"/>
            <ac:spMk id="6" creationId="{D42848E8-65A5-3EDC-30B8-80207CD89D19}"/>
          </ac:spMkLst>
        </pc:spChg>
        <pc:spChg chg="mod">
          <ac:chgData name="Cano Lasa, Juan" userId="b0060e5b-cb82-459d-8645-ffba8a2055ba" providerId="ADAL" clId="{1B5E48B8-A21C-43F6-9097-4381FC180945}" dt="2026-03-11T10:21:32.383" v="440" actId="20577"/>
          <ac:spMkLst>
            <pc:docMk/>
            <pc:sldMk cId="3160294301" sldId="2147483645"/>
            <ac:spMk id="7" creationId="{0150EC16-1F7A-F276-B036-9EF6B5521448}"/>
          </ac:spMkLst>
        </pc:spChg>
        <pc:spChg chg="mod">
          <ac:chgData name="Cano Lasa, Juan" userId="b0060e5b-cb82-459d-8645-ffba8a2055ba" providerId="ADAL" clId="{1B5E48B8-A21C-43F6-9097-4381FC180945}" dt="2026-03-11T12:04:55.693" v="2402" actId="20577"/>
          <ac:spMkLst>
            <pc:docMk/>
            <pc:sldMk cId="3160294301" sldId="2147483645"/>
            <ac:spMk id="9" creationId="{4A54C2E7-44E0-D655-2C46-F42A623E3517}"/>
          </ac:spMkLst>
        </pc:spChg>
        <pc:spChg chg="mod">
          <ac:chgData name="Cano Lasa, Juan" userId="b0060e5b-cb82-459d-8645-ffba8a2055ba" providerId="ADAL" clId="{1B5E48B8-A21C-43F6-9097-4381FC180945}" dt="2026-03-11T12:04:18.194" v="2400" actId="20577"/>
          <ac:spMkLst>
            <pc:docMk/>
            <pc:sldMk cId="3160294301" sldId="2147483645"/>
            <ac:spMk id="33" creationId="{2793A7D8-F58A-76B4-DCC5-C9D3D9D7AFA8}"/>
          </ac:spMkLst>
        </pc:spChg>
        <pc:spChg chg="mod">
          <ac:chgData name="Cano Lasa, Juan" userId="b0060e5b-cb82-459d-8645-ffba8a2055ba" providerId="ADAL" clId="{1B5E48B8-A21C-43F6-9097-4381FC180945}" dt="2026-03-11T10:31:01.168" v="446" actId="20577"/>
          <ac:spMkLst>
            <pc:docMk/>
            <pc:sldMk cId="3160294301" sldId="2147483645"/>
            <ac:spMk id="53" creationId="{3D204C20-F2AD-E4C5-FF44-7A1BB550F84E}"/>
          </ac:spMkLst>
        </pc:spChg>
        <pc:spChg chg="mod">
          <ac:chgData name="Cano Lasa, Juan" userId="b0060e5b-cb82-459d-8645-ffba8a2055ba" providerId="ADAL" clId="{1B5E48B8-A21C-43F6-9097-4381FC180945}" dt="2026-03-11T12:05:35.466" v="2479" actId="1035"/>
          <ac:spMkLst>
            <pc:docMk/>
            <pc:sldMk cId="3160294301" sldId="2147483645"/>
            <ac:spMk id="71" creationId="{57480924-6411-30CA-DE41-BA0FB11A23E9}"/>
          </ac:spMkLst>
        </pc:spChg>
        <pc:graphicFrameChg chg="mod modGraphic">
          <ac:chgData name="Cano Lasa, Juan" userId="b0060e5b-cb82-459d-8645-ffba8a2055ba" providerId="ADAL" clId="{1B5E48B8-A21C-43F6-9097-4381FC180945}" dt="2026-03-20T11:53:44.582" v="7090" actId="20577"/>
          <ac:graphicFrameMkLst>
            <pc:docMk/>
            <pc:sldMk cId="3160294301" sldId="2147483645"/>
            <ac:graphicFrameMk id="36" creationId="{29815002-0EF2-D331-A124-FF05B2F961E4}"/>
          </ac:graphicFrameMkLst>
        </pc:graphicFrameChg>
      </pc:sldChg>
      <pc:sldMasterChg chg="modSp mod">
        <pc:chgData name="Cano Lasa, Juan" userId="b0060e5b-cb82-459d-8645-ffba8a2055ba" providerId="ADAL" clId="{1B5E48B8-A21C-43F6-9097-4381FC180945}" dt="2026-03-11T11:08:49.037" v="1258" actId="20577"/>
        <pc:sldMasterMkLst>
          <pc:docMk/>
          <pc:sldMasterMk cId="788981123" sldId="2147483660"/>
        </pc:sldMasterMkLst>
        <pc:spChg chg="mod">
          <ac:chgData name="Cano Lasa, Juan" userId="b0060e5b-cb82-459d-8645-ffba8a2055ba" providerId="ADAL" clId="{1B5E48B8-A21C-43F6-9097-4381FC180945}" dt="2026-03-11T11:08:49.037" v="1258" actId="20577"/>
          <ac:spMkLst>
            <pc:docMk/>
            <pc:sldMasterMk cId="788981123" sldId="2147483660"/>
            <ac:spMk id="21" creationId="{7D6B1E90-8A7A-F9E7-D498-DE265792CA86}"/>
          </ac:spMkLst>
        </pc:spChg>
      </pc:sldMasterChg>
    </pc:docChg>
  </pc:docChgLst>
</pc:chgInfo>
</file>

<file path=ppt/comments/modernComment_7FFFFFF6_AC2106B2.xml><?xml version="1.0" encoding="utf-8"?>
<p188:cmLst xmlns:a="http://schemas.openxmlformats.org/drawingml/2006/main" xmlns:r="http://schemas.openxmlformats.org/officeDocument/2006/relationships" xmlns:p188="http://schemas.microsoft.com/office/powerpoint/2018/8/main">
  <p188:cm id="{2EEFCEBA-097B-48E3-8C92-A66EFC98CF6F}" authorId="{CA234539-36A1-302E-6F0A-5C695E208465}" created="2026-02-26T13:10:14.317">
    <ac:txMkLst xmlns:ac="http://schemas.microsoft.com/office/drawing/2013/main/command">
      <pc:docMk xmlns:pc="http://schemas.microsoft.com/office/powerpoint/2013/main/command"/>
      <pc:sldMk xmlns:pc="http://schemas.microsoft.com/office/powerpoint/2013/main/command" cId="2887845554" sldId="2147483638"/>
      <ac:spMk id="20" creationId="{4060EEC1-2568-9C95-8F3C-D5641892D6C6}"/>
      <ac:txMk cp="301" len="87">
        <ac:context len="469" hash="3258478391"/>
      </ac:txMk>
    </ac:txMkLst>
    <p188:pos x="4569928" y="1027178"/>
    <p188:replyLst/>
    <p188:txBody>
      <a:bodyPr/>
      <a:lstStyle/>
      <a:p>
        <a:r>
          <a:rPr lang="es-ES_tradnl"/>
          <a:t>Pendiente definir modelo de trabajo (cómo y cuándo participan) y en qué casos/operaciones comerciales.</a:t>
        </a:r>
      </a:p>
    </p188:txBody>
  </p188:cm>
  <p188:cm id="{327021AD-E723-4AB8-81BE-7BE1305875B2}" authorId="{CA234539-36A1-302E-6F0A-5C695E208465}" created="2026-02-26T13:13:57.350">
    <ac:txMkLst xmlns:ac="http://schemas.microsoft.com/office/drawing/2013/main/command">
      <pc:docMk xmlns:pc="http://schemas.microsoft.com/office/powerpoint/2013/main/command"/>
      <pc:sldMk xmlns:pc="http://schemas.microsoft.com/office/powerpoint/2013/main/command" cId="2887845554" sldId="2147483638"/>
      <ac:spMk id="20" creationId="{4060EEC1-2568-9C95-8F3C-D5641892D6C6}"/>
      <ac:txMk cp="0" len="194">
        <ac:context len="469" hash="3258478391"/>
      </ac:txMk>
    </ac:txMkLst>
    <p188:pos x="4594392" y="264476"/>
    <p188:txBody>
      <a:bodyPr/>
      <a:lstStyle/>
      <a:p>
        <a:r>
          <a:rPr lang="es-ES_tradnl"/>
          <a:t>Pablo propone que el equipo de NTT pueda hacer cribado para identificar operaciones que puedan necesitar de Preventa.</a:t>
        </a:r>
      </a:p>
    </p188:txBody>
  </p188:cm>
  <p188:cm id="{34D7A176-3CB9-4C8B-A4CB-B9F03F326912}" authorId="{CA234539-36A1-302E-6F0A-5C695E208465}" created="2026-02-26T13:32:50.902">
    <ac:txMkLst xmlns:ac="http://schemas.microsoft.com/office/drawing/2013/main/command">
      <pc:docMk xmlns:pc="http://schemas.microsoft.com/office/powerpoint/2013/main/command"/>
      <pc:sldMk xmlns:pc="http://schemas.microsoft.com/office/powerpoint/2013/main/command" cId="2887845554" sldId="2147483638"/>
      <ac:spMk id="14" creationId="{EA2EE7A1-BD46-3878-4AA4-0DC83C1885ED}"/>
      <ac:txMk cp="201" len="24">
        <ac:context len="510" hash="2942882521"/>
      </ac:txMk>
    </ac:txMkLst>
    <p188:pos x="4338669" y="533427"/>
    <p188:txBody>
      <a:bodyPr/>
      <a:lstStyle/>
      <a:p>
        <a:r>
          <a:rPr lang="es-ES_tradnl"/>
          <a:t>TBD por equipo Alicia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30C8BC-9578-4B62-8F5F-002B1AB32BAB}" type="datetimeFigureOut">
              <a:rPr lang="es-ES" smtClean="0"/>
              <a:t>20/03/2026</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AEAE52-96A2-4ED8-9B11-BA63589D83F5}" type="slidenum">
              <a:rPr lang="es-ES" smtClean="0"/>
              <a:t>‹#›</a:t>
            </a:fld>
            <a:endParaRPr lang="es-ES"/>
          </a:p>
        </p:txBody>
      </p:sp>
    </p:spTree>
    <p:extLst>
      <p:ext uri="{BB962C8B-B14F-4D97-AF65-F5344CB8AC3E}">
        <p14:creationId xmlns:p14="http://schemas.microsoft.com/office/powerpoint/2010/main" val="3542179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746A77-11C3-4059-AADA-7F949E5112F0}" type="slidenum">
              <a:rPr kumimoji="0" lang="es-E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1288465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a:t>Sesiones pendientes agendar VVDD:</a:t>
            </a:r>
          </a:p>
          <a:p>
            <a:pPr marL="171450" indent="-171450">
              <a:buFontTx/>
              <a:buChar char="-"/>
            </a:pPr>
            <a:r>
              <a:rPr lang="es-ES" err="1"/>
              <a:t>Twistic</a:t>
            </a:r>
            <a:r>
              <a:rPr lang="es-ES"/>
              <a:t>: sin respuesta. Pendiente </a:t>
            </a:r>
            <a:r>
              <a:rPr lang="es-ES" err="1"/>
              <a:t>recontacto</a:t>
            </a:r>
            <a:endParaRPr lang="es-ES"/>
          </a:p>
          <a:p>
            <a:pPr marL="171450" indent="-171450">
              <a:buFontTx/>
              <a:buChar char="-"/>
            </a:pPr>
            <a:r>
              <a:rPr lang="es-ES" err="1"/>
              <a:t>Mariskalnet</a:t>
            </a:r>
            <a:r>
              <a:rPr lang="es-ES"/>
              <a:t>: </a:t>
            </a:r>
            <a:r>
              <a:rPr lang="es-ES" err="1"/>
              <a:t>recontacto</a:t>
            </a:r>
            <a:r>
              <a:rPr lang="es-ES"/>
              <a:t> 25.02</a:t>
            </a:r>
          </a:p>
          <a:p>
            <a:pPr marL="171450" indent="-171450">
              <a:buFontTx/>
              <a:buChar char="-"/>
            </a:pPr>
            <a:r>
              <a:rPr lang="es-ES" err="1"/>
              <a:t>DurnIA</a:t>
            </a:r>
            <a:r>
              <a:rPr lang="es-ES"/>
              <a:t>: </a:t>
            </a:r>
            <a:r>
              <a:rPr lang="es-ES" err="1"/>
              <a:t>recontacto</a:t>
            </a:r>
            <a:r>
              <a:rPr lang="es-ES"/>
              <a:t> 25.02 – quería </a:t>
            </a:r>
            <a:r>
              <a:rPr lang="es-ES" err="1"/>
              <a:t>Partner</a:t>
            </a:r>
            <a:r>
              <a:rPr lang="es-ES"/>
              <a:t> </a:t>
            </a:r>
            <a:r>
              <a:rPr lang="es-ES" err="1"/>
              <a:t>Aut</a:t>
            </a:r>
            <a:r>
              <a:rPr lang="es-ES"/>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s-ES" err="1"/>
              <a:t>NaimiTech</a:t>
            </a:r>
            <a:r>
              <a:rPr lang="es-ES"/>
              <a:t>: </a:t>
            </a:r>
            <a:r>
              <a:rPr lang="es-ES" err="1"/>
              <a:t>recontacto</a:t>
            </a:r>
            <a:r>
              <a:rPr lang="es-ES"/>
              <a:t> 25.02</a:t>
            </a:r>
          </a:p>
          <a:p>
            <a:pPr marL="171450" indent="-171450">
              <a:buFontTx/>
              <a:buChar char="-"/>
            </a:pPr>
            <a:r>
              <a:rPr lang="es-ES"/>
              <a:t>GNUO: </a:t>
            </a:r>
            <a:r>
              <a:rPr lang="es-ES" err="1"/>
              <a:t>recontacto</a:t>
            </a:r>
            <a:r>
              <a:rPr lang="es-ES"/>
              <a:t> 25.02</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1998652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C1DCC-4815-9149-AFA6-122AB7D13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6598B-B5FD-72A2-3499-AD7B4F20AB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8BF8F1-EF05-CDAB-E5D2-7B7B163AF071}"/>
              </a:ext>
            </a:extLst>
          </p:cNvPr>
          <p:cNvSpPr>
            <a:spLocks noGrp="1"/>
          </p:cNvSpPr>
          <p:nvPr>
            <p:ph type="body" idx="1"/>
          </p:nvPr>
        </p:nvSpPr>
        <p:spPr/>
        <p:txBody>
          <a:bodyPr/>
          <a:lstStyle/>
          <a:p>
            <a:pPr marL="171450" indent="-171450">
              <a:buFontTx/>
              <a:buChar char="-"/>
            </a:pPr>
            <a:endParaRPr lang="es-ES"/>
          </a:p>
        </p:txBody>
      </p:sp>
      <p:sp>
        <p:nvSpPr>
          <p:cNvPr id="4" name="Slide Number Placeholder 3">
            <a:extLst>
              <a:ext uri="{FF2B5EF4-FFF2-40B4-BE49-F238E27FC236}">
                <a16:creationId xmlns:a16="http://schemas.microsoft.com/office/drawing/2014/main" id="{DFDDEE1A-9BAD-6AE0-BFD8-8255B51C36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3447524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E352C-B3DB-997F-6808-D7A7D2019B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16E77-EE24-35BA-7BEF-BBFB9F5B4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2D232-4283-EFEA-8365-4268CCEEBF8A}"/>
              </a:ext>
            </a:extLst>
          </p:cNvPr>
          <p:cNvSpPr>
            <a:spLocks noGrp="1"/>
          </p:cNvSpPr>
          <p:nvPr>
            <p:ph type="body" idx="1"/>
          </p:nvPr>
        </p:nvSpPr>
        <p:spPr/>
        <p:txBody>
          <a:bodyPr/>
          <a:lstStyle/>
          <a:p>
            <a:r>
              <a:rPr lang="es-ES" err="1"/>
              <a:t>Maxen</a:t>
            </a:r>
            <a:r>
              <a:rPr lang="es-ES"/>
              <a:t>:</a:t>
            </a:r>
          </a:p>
          <a:p>
            <a:pPr marL="171450" indent="-171450">
              <a:buFontTx/>
              <a:buChar char="-"/>
            </a:pPr>
            <a:r>
              <a:rPr lang="es-ES"/>
              <a:t>2 en curso: RUTPERFIL / el vecino</a:t>
            </a:r>
          </a:p>
          <a:p>
            <a:pPr marL="171450" indent="-171450">
              <a:buFontTx/>
              <a:buChar char="-"/>
            </a:pPr>
            <a:r>
              <a:rPr lang="es-ES"/>
              <a:t>3 visitas ayer fructíferas</a:t>
            </a:r>
          </a:p>
          <a:p>
            <a:pPr marL="0" indent="0">
              <a:buFontTx/>
              <a:buNone/>
            </a:pPr>
            <a:r>
              <a:rPr lang="es-ES" err="1"/>
              <a:t>Covernet</a:t>
            </a:r>
            <a:r>
              <a:rPr lang="es-ES"/>
              <a:t>:</a:t>
            </a:r>
          </a:p>
          <a:p>
            <a:pPr marL="171450" indent="-171450">
              <a:buFontTx/>
              <a:buChar char="-"/>
            </a:pPr>
            <a:r>
              <a:rPr lang="es-ES"/>
              <a:t>Ampliación pendiente formación – Pablo llama a Felipe</a:t>
            </a:r>
          </a:p>
          <a:p>
            <a:pPr marL="0" indent="0">
              <a:buFontTx/>
              <a:buNone/>
            </a:pPr>
            <a:r>
              <a:rPr lang="es-ES"/>
              <a:t>Ox-</a:t>
            </a:r>
            <a:r>
              <a:rPr lang="es-ES" err="1"/>
              <a:t>one</a:t>
            </a:r>
            <a:r>
              <a:rPr lang="es-ES"/>
              <a:t>:</a:t>
            </a:r>
          </a:p>
          <a:p>
            <a:pPr marL="171450" indent="-171450">
              <a:buFontTx/>
              <a:buChar char="-"/>
            </a:pPr>
            <a:r>
              <a:rPr lang="es-ES"/>
              <a:t>2 en curso: licencias Google / visita Nazaret</a:t>
            </a:r>
          </a:p>
          <a:p>
            <a:pPr marL="0" indent="0">
              <a:buFontTx/>
              <a:buNone/>
            </a:pPr>
            <a:r>
              <a:rPr lang="es-ES" err="1"/>
              <a:t>DuoIT</a:t>
            </a:r>
            <a:r>
              <a:rPr lang="es-ES"/>
              <a:t>:</a:t>
            </a:r>
          </a:p>
          <a:p>
            <a:pPr marL="171450" indent="-171450">
              <a:buFontTx/>
              <a:buChar char="-"/>
            </a:pPr>
            <a:r>
              <a:rPr lang="es-ES"/>
              <a:t>Tiene la PT Jonathan ajustada a 24 meses, tiene q compartir con cliente</a:t>
            </a:r>
          </a:p>
          <a:p>
            <a:pPr marL="0" indent="0">
              <a:buFontTx/>
              <a:buNone/>
            </a:pPr>
            <a:r>
              <a:rPr lang="es-ES" err="1"/>
              <a:t>Dataqu</a:t>
            </a:r>
            <a:r>
              <a:rPr lang="es-ES"/>
              <a:t>:</a:t>
            </a:r>
          </a:p>
          <a:p>
            <a:pPr marL="171450" indent="-171450">
              <a:buFontTx/>
              <a:buChar char="-"/>
            </a:pPr>
            <a:r>
              <a:rPr lang="es-ES"/>
              <a:t>Pendiente fechas por su lado</a:t>
            </a:r>
          </a:p>
          <a:p>
            <a:pPr marL="171450" indent="-171450">
              <a:buFontTx/>
              <a:buChar char="-"/>
            </a:pPr>
            <a:r>
              <a:rPr lang="es-ES"/>
              <a:t>Preparando </a:t>
            </a:r>
            <a:r>
              <a:rPr lang="es-ES" err="1"/>
              <a:t>webinar</a:t>
            </a:r>
            <a:r>
              <a:rPr lang="es-ES"/>
              <a:t> + analizando Asociación </a:t>
            </a:r>
            <a:r>
              <a:rPr lang="es-ES" err="1"/>
              <a:t>Apromar</a:t>
            </a:r>
            <a:endParaRPr lang="es-ES"/>
          </a:p>
          <a:p>
            <a:pPr marL="0" indent="0">
              <a:buFontTx/>
              <a:buNone/>
            </a:pPr>
            <a:r>
              <a:rPr lang="es-ES" err="1"/>
              <a:t>Cobitratel</a:t>
            </a:r>
            <a:r>
              <a:rPr lang="es-ES"/>
              <a:t>:</a:t>
            </a:r>
          </a:p>
          <a:p>
            <a:pPr marL="171450" indent="-171450">
              <a:buFontTx/>
              <a:buChar char="-"/>
            </a:pPr>
            <a:r>
              <a:rPr lang="es-ES"/>
              <a:t>Pendiente Conchi, no muy interesada, pendiente cuadrar Nazaret</a:t>
            </a:r>
          </a:p>
          <a:p>
            <a:pPr marL="171450" indent="-171450">
              <a:buFontTx/>
              <a:buChar char="-"/>
            </a:pPr>
            <a:endParaRPr lang="es-ES"/>
          </a:p>
        </p:txBody>
      </p:sp>
      <p:sp>
        <p:nvSpPr>
          <p:cNvPr id="4" name="Slide Number Placeholder 3">
            <a:extLst>
              <a:ext uri="{FF2B5EF4-FFF2-40B4-BE49-F238E27FC236}">
                <a16:creationId xmlns:a16="http://schemas.microsoft.com/office/drawing/2014/main" id="{8D105766-0875-92D9-CF9F-2BA6784DD9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1070868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30358-C638-3967-F850-9C0879EA8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02261-9AE6-73D6-CA3C-A6C6E4E287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77745-F818-A77E-FEB1-CD234F04BCB9}"/>
              </a:ext>
            </a:extLst>
          </p:cNvPr>
          <p:cNvSpPr>
            <a:spLocks noGrp="1"/>
          </p:cNvSpPr>
          <p:nvPr>
            <p:ph type="body" idx="1"/>
          </p:nvPr>
        </p:nvSpPr>
        <p:spPr/>
        <p:txBody>
          <a:bodyPr/>
          <a:lstStyle/>
          <a:p>
            <a:r>
              <a:rPr lang="es-ES" sz="1200" kern="1200">
                <a:solidFill>
                  <a:schemeClr val="tx1"/>
                </a:solidFill>
                <a:effectLst/>
                <a:latin typeface="Graphik" panose="020B0503030202060203" pitchFamily="34" charset="0"/>
                <a:ea typeface="+mn-ea"/>
                <a:cs typeface="+mn-cs"/>
              </a:rPr>
              <a:t>Tema recogida pedidos en </a:t>
            </a:r>
            <a:r>
              <a:rPr lang="es-ES" sz="1200" kern="1200" err="1">
                <a:solidFill>
                  <a:schemeClr val="tx1"/>
                </a:solidFill>
                <a:effectLst/>
                <a:latin typeface="Graphik" panose="020B0503030202060203" pitchFamily="34" charset="0"/>
                <a:ea typeface="+mn-ea"/>
                <a:cs typeface="+mn-cs"/>
              </a:rPr>
              <a:t>PdV</a:t>
            </a:r>
            <a:r>
              <a:rPr lang="es-ES" sz="1200" kern="1200">
                <a:solidFill>
                  <a:schemeClr val="tx1"/>
                </a:solidFill>
                <a:effectLst/>
                <a:latin typeface="Graphik" panose="020B0503030202060203" pitchFamily="34" charset="0"/>
                <a:ea typeface="+mn-ea"/>
                <a:cs typeface="+mn-cs"/>
              </a:rPr>
              <a:t> por integrador:</a:t>
            </a:r>
          </a:p>
          <a:p>
            <a:pPr marL="171450" indent="-171450">
              <a:buFontTx/>
              <a:buChar char="-"/>
            </a:pPr>
            <a:r>
              <a:rPr lang="es-ES" sz="1200" kern="1200">
                <a:solidFill>
                  <a:schemeClr val="tx1"/>
                </a:solidFill>
                <a:effectLst/>
                <a:latin typeface="Graphik" panose="020B0503030202060203" pitchFamily="34" charset="0"/>
                <a:ea typeface="+mn-ea"/>
                <a:cs typeface="+mn-cs"/>
              </a:rPr>
              <a:t>En tejado de José María</a:t>
            </a:r>
          </a:p>
          <a:p>
            <a:pPr marL="171450" indent="-171450">
              <a:buFontTx/>
              <a:buChar char="-"/>
            </a:pPr>
            <a:r>
              <a:rPr lang="es-ES" sz="1200" kern="1200">
                <a:solidFill>
                  <a:schemeClr val="tx1"/>
                </a:solidFill>
                <a:effectLst/>
                <a:latin typeface="Graphik" panose="020B0503030202060203" pitchFamily="34" charset="0"/>
                <a:ea typeface="+mn-ea"/>
                <a:cs typeface="+mn-cs"/>
              </a:rPr>
              <a:t>una vez revisado el tema de la recogida de equipos, sim, etc... en nombre del cliente por parte del integrador consideráis que:</a:t>
            </a:r>
          </a:p>
          <a:p>
            <a:pPr marL="171450" lvl="2" indent="-171450">
              <a:buFontTx/>
              <a:buChar char="-"/>
            </a:pPr>
            <a:r>
              <a:rPr lang="es-ES" sz="1800" kern="1200">
                <a:solidFill>
                  <a:schemeClr val="tx1"/>
                </a:solidFill>
                <a:effectLst/>
                <a:latin typeface="Graphik" panose="020B0503030202060203" pitchFamily="34" charset="0"/>
                <a:ea typeface="+mn-ea"/>
                <a:cs typeface="+mn-cs"/>
              </a:rPr>
              <a:t>Se debería firmar un contrato de distribuidor “full distribuidor” dado que estaría realizando acciones propias de un distribuidor, distribuyendo físicamente nuestro productos y servicios.</a:t>
            </a:r>
          </a:p>
          <a:p>
            <a:pPr marL="171450" lvl="2" indent="-171450">
              <a:buFontTx/>
              <a:buChar char="-"/>
            </a:pPr>
            <a:r>
              <a:rPr lang="es-ES" sz="1200" kern="1200">
                <a:solidFill>
                  <a:schemeClr val="tx1"/>
                </a:solidFill>
                <a:effectLst/>
                <a:latin typeface="Graphik" panose="020B0503030202060203" pitchFamily="34" charset="0"/>
                <a:ea typeface="+mn-ea"/>
                <a:cs typeface="+mn-cs"/>
              </a:rPr>
              <a:t>Revisar con legal que documentación se debería exigir para que el tercero pueda actuar en nombre del cliente final y que tengamos la cobertura legal necesaria, incluido el ámbito de proyección de datos. </a:t>
            </a:r>
          </a:p>
          <a:p>
            <a:endParaRPr lang="es-ES"/>
          </a:p>
        </p:txBody>
      </p:sp>
      <p:sp>
        <p:nvSpPr>
          <p:cNvPr id="4" name="Slide Number Placeholder 3">
            <a:extLst>
              <a:ext uri="{FF2B5EF4-FFF2-40B4-BE49-F238E27FC236}">
                <a16:creationId xmlns:a16="http://schemas.microsoft.com/office/drawing/2014/main" id="{8C5C26C6-2830-D429-1B22-69E70113EF7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3999578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FC33C-48EB-AA04-D827-F6403CD45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95A6D9-DDEE-BD57-17B5-DB861F7FC80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E422759-F35C-8056-910D-619EB83A8794}"/>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F5EADB42-492C-7E71-3E51-F628AFB302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s-ES_tradnl"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ES_tradnl"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2280212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F0B4D-9EF2-B78B-3560-7AA482ABA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E9A94-2630-CDB5-50BA-DE408679F22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213EDAD-FE80-20B2-6573-2BFA151445BB}"/>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D252A1CB-3AF6-35E8-7C6C-A0D5FEBF11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s-ES_tradnl"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ES_tradnl"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3321937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6648D-3AF9-AD95-66BC-AAF578D69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4054B-8093-A24B-DB73-6987BB5F61D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D40D5C1-D5C6-B871-A6F9-124449CD38CC}"/>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BCF30236-ABAF-215F-49A4-FE2C6D7AB5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s-ES_tradnl"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ES_tradnl"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4247111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A18B9-1F3F-1836-7EBE-B8C915162B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1DBDC3-7F94-5E68-FB99-790A4188D82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AC820E3-3F08-A454-15C7-03D72D0D8201}"/>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57912C8E-253C-4E9E-66A3-13B4077895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s-ES_tradnl"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ES_tradnl"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2689935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1AF42-8B7F-3B13-5201-27D8CA75E4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D00E8-74A2-4D0C-DA21-ACDA80BC6C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22222-54FF-E898-6645-9F04C5FA5378}"/>
              </a:ext>
            </a:extLst>
          </p:cNvPr>
          <p:cNvSpPr>
            <a:spLocks noGrp="1"/>
          </p:cNvSpPr>
          <p:nvPr>
            <p:ph type="body" idx="1"/>
          </p:nvPr>
        </p:nvSpPr>
        <p:spPr/>
        <p:txBody>
          <a:bodyPr/>
          <a:lstStyle/>
          <a:p>
            <a:r>
              <a:rPr lang="es-ES"/>
              <a:t>Siebel pensado para el móvil</a:t>
            </a:r>
          </a:p>
          <a:p>
            <a:r>
              <a:rPr lang="es-ES"/>
              <a:t>Órdenes separadas</a:t>
            </a:r>
          </a:p>
          <a:p>
            <a:pPr marL="171450" indent="-171450">
              <a:buFontTx/>
              <a:buChar char="-"/>
            </a:pPr>
            <a:r>
              <a:rPr lang="es-ES"/>
              <a:t>Líneas portadas y altas nuevas &gt; se lanzan las portabilidades por una parte y las altas por otra</a:t>
            </a:r>
          </a:p>
          <a:p>
            <a:pPr marL="171450" indent="-171450">
              <a:buFontTx/>
              <a:buChar char="-"/>
            </a:pPr>
            <a:r>
              <a:rPr lang="es-ES"/>
              <a:t>(</a:t>
            </a:r>
            <a:r>
              <a:rPr lang="es-ES" err="1"/>
              <a:t>e.g</a:t>
            </a:r>
            <a:r>
              <a:rPr lang="es-ES"/>
              <a:t>. si quiere 5 líneas nuevas y 10 portadas) &gt; en una orden le lanzo las portadas con el fijo y en otra orden posterior lanzo la móvil nueva (la nueva la va a tener ya)</a:t>
            </a:r>
          </a:p>
          <a:p>
            <a:pPr marL="171450" indent="-171450">
              <a:buFontTx/>
              <a:buChar char="-"/>
            </a:pPr>
            <a:r>
              <a:rPr lang="es-ES"/>
              <a:t>La orden principal es la que manda y suele ser la que tenga fijo –móvil</a:t>
            </a:r>
          </a:p>
          <a:p>
            <a:pPr marL="171450" indent="-171450">
              <a:buFontTx/>
              <a:buChar char="-"/>
            </a:pPr>
            <a:endParaRPr lang="es-ES"/>
          </a:p>
          <a:p>
            <a:pPr marL="171450" indent="-171450">
              <a:buFontTx/>
              <a:buChar char="-"/>
            </a:pPr>
            <a:r>
              <a:rPr lang="es-ES"/>
              <a:t>Qué puedo vender? Fijo-móvil; fijo; móvil</a:t>
            </a:r>
          </a:p>
          <a:p>
            <a:pPr marL="171450" indent="-171450">
              <a:buFontTx/>
              <a:buChar char="-"/>
            </a:pPr>
            <a:r>
              <a:rPr lang="es-ES" b="1"/>
              <a:t>Para hacer un paquete negocio, necesito siempre una orden convergente; </a:t>
            </a:r>
            <a:r>
              <a:rPr lang="es-ES" b="0"/>
              <a:t>luego en función del paquete (negocio 1,3,5) (</a:t>
            </a:r>
            <a:r>
              <a:rPr lang="es-ES" b="0" err="1"/>
              <a:t>e.g</a:t>
            </a:r>
            <a:r>
              <a:rPr lang="es-ES" b="0"/>
              <a:t>. negocio 5 tengo 3 móviles portados y 2 altas</a:t>
            </a:r>
          </a:p>
          <a:p>
            <a:pPr marL="171450" indent="-171450">
              <a:buFontTx/>
              <a:buChar char="-"/>
            </a:pPr>
            <a:r>
              <a:rPr lang="es-ES" b="0"/>
              <a:t>Orden de la provisión el 99% es FIJO-MÓVIL / solo en paralelo si es alta móvil (</a:t>
            </a:r>
            <a:r>
              <a:rPr lang="es-ES" b="0" err="1"/>
              <a:t>indp</a:t>
            </a:r>
            <a:r>
              <a:rPr lang="es-ES" b="0"/>
              <a:t>. Si es porta/alta fijo)</a:t>
            </a:r>
          </a:p>
          <a:p>
            <a:pPr marL="171450" indent="-171450">
              <a:buFontTx/>
              <a:buChar char="-"/>
            </a:pPr>
            <a:r>
              <a:rPr lang="es-ES" b="0"/>
              <a:t>*el asterisco es el </a:t>
            </a:r>
            <a:r>
              <a:rPr lang="es-ES" b="0" err="1"/>
              <a:t>mix</a:t>
            </a:r>
            <a:r>
              <a:rPr lang="es-ES" b="0"/>
              <a:t> en una misma orden de alta y porta de móviles</a:t>
            </a:r>
          </a:p>
          <a:p>
            <a:pPr marL="171450" indent="-171450">
              <a:buFontTx/>
              <a:buChar char="-"/>
            </a:pPr>
            <a:r>
              <a:rPr lang="es-ES" b="0"/>
              <a:t>*5 líneas máximo de porta por paquete (</a:t>
            </a:r>
            <a:r>
              <a:rPr lang="es-ES" b="0" err="1"/>
              <a:t>e.g</a:t>
            </a:r>
            <a:r>
              <a:rPr lang="es-ES" b="0"/>
              <a:t>. si son 10 móviles de porta; haría 1 orden convergente con 5 líneas y luego otra orden de porta de 5 líneas;</a:t>
            </a:r>
          </a:p>
          <a:p>
            <a:pPr marL="171450" indent="-171450">
              <a:buFontTx/>
              <a:buChar char="-"/>
            </a:pPr>
            <a:r>
              <a:rPr lang="es-ES" b="0"/>
              <a:t>*</a:t>
            </a:r>
            <a:r>
              <a:rPr lang="es-ES" b="0" err="1"/>
              <a:t>e.g</a:t>
            </a:r>
            <a:r>
              <a:rPr lang="es-ES" b="0"/>
              <a:t>. si operadores donantes son diferentes, se lanza 1 orden por operador donante; y 1 de esas órdenes tienen que ir con fijo) – las órdenes que no llevan fijo van en </a:t>
            </a:r>
            <a:r>
              <a:rPr lang="es-ES" b="0" err="1"/>
              <a:t>paraleloo</a:t>
            </a:r>
            <a:r>
              <a:rPr lang="es-ES" b="0"/>
              <a:t> en secuencial de la fija, es independiente</a:t>
            </a:r>
            <a:endParaRPr lang="es-ES" b="1"/>
          </a:p>
        </p:txBody>
      </p:sp>
      <p:sp>
        <p:nvSpPr>
          <p:cNvPr id="4" name="Slide Number Placeholder 3">
            <a:extLst>
              <a:ext uri="{FF2B5EF4-FFF2-40B4-BE49-F238E27FC236}">
                <a16:creationId xmlns:a16="http://schemas.microsoft.com/office/drawing/2014/main" id="{C9971585-88A4-F521-EE13-77A6958B72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3841427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01072-B9FC-9B96-BB5B-872BB67A8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1DF55B-DDEF-170D-EA9A-8155CA8D0B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04F05-CA80-99CD-C3D2-54E5E158EAE4}"/>
              </a:ext>
            </a:extLst>
          </p:cNvPr>
          <p:cNvSpPr>
            <a:spLocks noGrp="1"/>
          </p:cNvSpPr>
          <p:nvPr>
            <p:ph type="body" idx="1"/>
          </p:nvPr>
        </p:nvSpPr>
        <p:spPr/>
        <p:txBody>
          <a:bodyPr/>
          <a:lstStyle/>
          <a:p>
            <a:r>
              <a:rPr lang="es-ES"/>
              <a:t>Siebel pensado para el móvil</a:t>
            </a:r>
          </a:p>
          <a:p>
            <a:r>
              <a:rPr lang="es-ES"/>
              <a:t>Órdenes separadas</a:t>
            </a:r>
          </a:p>
          <a:p>
            <a:pPr marL="171450" indent="-171450">
              <a:buFontTx/>
              <a:buChar char="-"/>
            </a:pPr>
            <a:r>
              <a:rPr lang="es-ES"/>
              <a:t>Líneas portadas y altas nuevas &gt; se lanzan las portabilidades por una parte y las altas por otra</a:t>
            </a:r>
          </a:p>
          <a:p>
            <a:pPr marL="171450" indent="-171450">
              <a:buFontTx/>
              <a:buChar char="-"/>
            </a:pPr>
            <a:r>
              <a:rPr lang="es-ES"/>
              <a:t>(</a:t>
            </a:r>
            <a:r>
              <a:rPr lang="es-ES" err="1"/>
              <a:t>e.g</a:t>
            </a:r>
            <a:r>
              <a:rPr lang="es-ES"/>
              <a:t>. si quiere 5 líneas nuevas y 10 portadas) &gt; en una orden le lanzo las portadas con el fijo y en otra orden posterior lanzo la móvil nueva (la nueva la va a tener ya)</a:t>
            </a:r>
          </a:p>
          <a:p>
            <a:pPr marL="171450" indent="-171450">
              <a:buFontTx/>
              <a:buChar char="-"/>
            </a:pPr>
            <a:r>
              <a:rPr lang="es-ES"/>
              <a:t>La orden principal es la que manda y suele ser la que tenga fijo –móvil</a:t>
            </a:r>
          </a:p>
          <a:p>
            <a:pPr marL="171450" indent="-171450">
              <a:buFontTx/>
              <a:buChar char="-"/>
            </a:pPr>
            <a:endParaRPr lang="es-ES"/>
          </a:p>
          <a:p>
            <a:pPr marL="171450" indent="-171450">
              <a:buFontTx/>
              <a:buChar char="-"/>
            </a:pPr>
            <a:r>
              <a:rPr lang="es-ES"/>
              <a:t>Qué puedo vender? Fijo-móvil; fijo; móvil</a:t>
            </a:r>
          </a:p>
          <a:p>
            <a:pPr marL="171450" indent="-171450">
              <a:buFontTx/>
              <a:buChar char="-"/>
            </a:pPr>
            <a:r>
              <a:rPr lang="es-ES" b="1"/>
              <a:t>Para hacer un paquete negocio, necesito siempre una orden convergente; </a:t>
            </a:r>
            <a:r>
              <a:rPr lang="es-ES" b="0"/>
              <a:t>luego en función del paquete (negocio 1,3,5) (</a:t>
            </a:r>
            <a:r>
              <a:rPr lang="es-ES" b="0" err="1"/>
              <a:t>e.g</a:t>
            </a:r>
            <a:r>
              <a:rPr lang="es-ES" b="0"/>
              <a:t>. negocio 5 tengo 3 móviles portados y 2 altas</a:t>
            </a:r>
          </a:p>
          <a:p>
            <a:pPr marL="171450" indent="-171450">
              <a:buFontTx/>
              <a:buChar char="-"/>
            </a:pPr>
            <a:r>
              <a:rPr lang="es-ES" b="0"/>
              <a:t>Orden de la provisión el 99% es FIJO-MÓVIL / solo en paralelo si es alta móvil (</a:t>
            </a:r>
            <a:r>
              <a:rPr lang="es-ES" b="0" err="1"/>
              <a:t>indp</a:t>
            </a:r>
            <a:r>
              <a:rPr lang="es-ES" b="0"/>
              <a:t>. Si es porta/alta fijo)</a:t>
            </a:r>
          </a:p>
          <a:p>
            <a:pPr marL="171450" indent="-171450">
              <a:buFontTx/>
              <a:buChar char="-"/>
            </a:pPr>
            <a:r>
              <a:rPr lang="es-ES" b="0"/>
              <a:t>*el asterisco es el </a:t>
            </a:r>
            <a:r>
              <a:rPr lang="es-ES" b="0" err="1"/>
              <a:t>mix</a:t>
            </a:r>
            <a:r>
              <a:rPr lang="es-ES" b="0"/>
              <a:t> en una misma orden de alta y porta de móviles</a:t>
            </a:r>
          </a:p>
          <a:p>
            <a:pPr marL="171450" indent="-171450">
              <a:buFontTx/>
              <a:buChar char="-"/>
            </a:pPr>
            <a:r>
              <a:rPr lang="es-ES" b="0"/>
              <a:t>*5 líneas máximo de porta por paquete (</a:t>
            </a:r>
            <a:r>
              <a:rPr lang="es-ES" b="0" err="1"/>
              <a:t>e.g</a:t>
            </a:r>
            <a:r>
              <a:rPr lang="es-ES" b="0"/>
              <a:t>. si son 10 móviles de porta; haría 1 orden convergente con 5 líneas y luego otra orden de porta de 5 líneas;</a:t>
            </a:r>
          </a:p>
          <a:p>
            <a:pPr marL="171450" indent="-171450">
              <a:buFontTx/>
              <a:buChar char="-"/>
            </a:pPr>
            <a:r>
              <a:rPr lang="es-ES" b="0"/>
              <a:t>*</a:t>
            </a:r>
            <a:r>
              <a:rPr lang="es-ES" b="0" err="1"/>
              <a:t>e.g</a:t>
            </a:r>
            <a:r>
              <a:rPr lang="es-ES" b="0"/>
              <a:t>. si operadores donantes son diferentes, se lanza 1 orden por operador donante; y 1 de esas órdenes tienen que ir con fijo) – las órdenes que no llevan fijo van en </a:t>
            </a:r>
            <a:r>
              <a:rPr lang="es-ES" b="0" err="1"/>
              <a:t>paraleloo</a:t>
            </a:r>
            <a:r>
              <a:rPr lang="es-ES" b="0"/>
              <a:t> en secuencial de la fija, es independiente</a:t>
            </a:r>
            <a:endParaRPr lang="es-ES" b="1"/>
          </a:p>
        </p:txBody>
      </p:sp>
      <p:sp>
        <p:nvSpPr>
          <p:cNvPr id="4" name="Slide Number Placeholder 3">
            <a:extLst>
              <a:ext uri="{FF2B5EF4-FFF2-40B4-BE49-F238E27FC236}">
                <a16:creationId xmlns:a16="http://schemas.microsoft.com/office/drawing/2014/main" id="{ABF9E01A-6EC2-C90A-9727-76E05F21C8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443337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1C82D-3CD2-2B0D-0884-7F80DC35E1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BADE14-9471-1A56-4F08-9B42255366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024832-A81E-3829-23D5-1609826B71D8}"/>
              </a:ext>
            </a:extLst>
          </p:cNvPr>
          <p:cNvSpPr>
            <a:spLocks noGrp="1"/>
          </p:cNvSpPr>
          <p:nvPr>
            <p:ph type="body" idx="1"/>
          </p:nvPr>
        </p:nvSpPr>
        <p:spPr/>
        <p:txBody>
          <a:bodyPr/>
          <a:lstStyle/>
          <a:p>
            <a:r>
              <a:rPr lang="es-ES"/>
              <a:t>Siebel pensado para el móvil</a:t>
            </a:r>
          </a:p>
          <a:p>
            <a:r>
              <a:rPr lang="es-ES"/>
              <a:t>Órdenes separadas</a:t>
            </a:r>
          </a:p>
          <a:p>
            <a:pPr marL="171450" indent="-171450">
              <a:buFontTx/>
              <a:buChar char="-"/>
            </a:pPr>
            <a:r>
              <a:rPr lang="es-ES"/>
              <a:t>Líneas portadas y altas nuevas &gt; se lanzan las portabilidades por una parte y las altas por otra</a:t>
            </a:r>
          </a:p>
          <a:p>
            <a:pPr marL="171450" indent="-171450">
              <a:buFontTx/>
              <a:buChar char="-"/>
            </a:pPr>
            <a:r>
              <a:rPr lang="es-ES"/>
              <a:t>(</a:t>
            </a:r>
            <a:r>
              <a:rPr lang="es-ES" err="1"/>
              <a:t>e.g</a:t>
            </a:r>
            <a:r>
              <a:rPr lang="es-ES"/>
              <a:t>. si quiere 5 líneas nuevas y 10 portadas) &gt; en una orden le lanzo las portadas con el fijo y en otra orden posterior lanzo la móvil nueva (la nueva la va a tener ya)</a:t>
            </a:r>
          </a:p>
          <a:p>
            <a:pPr marL="171450" indent="-171450">
              <a:buFontTx/>
              <a:buChar char="-"/>
            </a:pPr>
            <a:r>
              <a:rPr lang="es-ES"/>
              <a:t>La orden principal es la que manda y suele ser la que tenga fijo –móvil</a:t>
            </a:r>
          </a:p>
          <a:p>
            <a:pPr marL="171450" indent="-171450">
              <a:buFontTx/>
              <a:buChar char="-"/>
            </a:pPr>
            <a:endParaRPr lang="es-ES"/>
          </a:p>
          <a:p>
            <a:pPr marL="171450" indent="-171450">
              <a:buFontTx/>
              <a:buChar char="-"/>
            </a:pPr>
            <a:r>
              <a:rPr lang="es-ES"/>
              <a:t>Qué puedo vender? Fijo-móvil; fijo; móvil</a:t>
            </a:r>
          </a:p>
          <a:p>
            <a:pPr marL="171450" indent="-171450">
              <a:buFontTx/>
              <a:buChar char="-"/>
            </a:pPr>
            <a:r>
              <a:rPr lang="es-ES" b="1"/>
              <a:t>Para hacer un paquete negocio, necesito siempre una orden convergente; </a:t>
            </a:r>
            <a:r>
              <a:rPr lang="es-ES" b="0"/>
              <a:t>luego en función del paquete (negocio 1,3,5) (</a:t>
            </a:r>
            <a:r>
              <a:rPr lang="es-ES" b="0" err="1"/>
              <a:t>e.g</a:t>
            </a:r>
            <a:r>
              <a:rPr lang="es-ES" b="0"/>
              <a:t>. negocio 5 tengo 3 móviles portados y 2 altas</a:t>
            </a:r>
          </a:p>
          <a:p>
            <a:pPr marL="171450" indent="-171450">
              <a:buFontTx/>
              <a:buChar char="-"/>
            </a:pPr>
            <a:r>
              <a:rPr lang="es-ES" b="0"/>
              <a:t>Orden de la provisión el 99% es FIJO-MÓVIL / solo en paralelo si es alta móvil (</a:t>
            </a:r>
            <a:r>
              <a:rPr lang="es-ES" b="0" err="1"/>
              <a:t>indp</a:t>
            </a:r>
            <a:r>
              <a:rPr lang="es-ES" b="0"/>
              <a:t>. Si es porta/alta fijo)</a:t>
            </a:r>
          </a:p>
          <a:p>
            <a:pPr marL="171450" indent="-171450">
              <a:buFontTx/>
              <a:buChar char="-"/>
            </a:pPr>
            <a:r>
              <a:rPr lang="es-ES" b="0"/>
              <a:t>*el asterisco es el </a:t>
            </a:r>
            <a:r>
              <a:rPr lang="es-ES" b="0" err="1"/>
              <a:t>mix</a:t>
            </a:r>
            <a:r>
              <a:rPr lang="es-ES" b="0"/>
              <a:t> en una misma orden de alta y porta de móviles</a:t>
            </a:r>
          </a:p>
          <a:p>
            <a:pPr marL="171450" indent="-171450">
              <a:buFontTx/>
              <a:buChar char="-"/>
            </a:pPr>
            <a:r>
              <a:rPr lang="es-ES" b="0"/>
              <a:t>*5 líneas máximo de porta por paquete (</a:t>
            </a:r>
            <a:r>
              <a:rPr lang="es-ES" b="0" err="1"/>
              <a:t>e.g</a:t>
            </a:r>
            <a:r>
              <a:rPr lang="es-ES" b="0"/>
              <a:t>. si son 10 móviles de porta; haría 1 orden convergente con 5 líneas y luego otra orden de porta de 5 líneas;</a:t>
            </a:r>
          </a:p>
          <a:p>
            <a:pPr marL="171450" indent="-171450">
              <a:buFontTx/>
              <a:buChar char="-"/>
            </a:pPr>
            <a:r>
              <a:rPr lang="es-ES" b="0"/>
              <a:t>*</a:t>
            </a:r>
            <a:r>
              <a:rPr lang="es-ES" b="0" err="1"/>
              <a:t>e.g</a:t>
            </a:r>
            <a:r>
              <a:rPr lang="es-ES" b="0"/>
              <a:t>. si operadores donantes son diferentes, se lanza 1 orden por operador donante; y 1 de esas órdenes tienen que ir con fijo) – las órdenes que no llevan fijo van en </a:t>
            </a:r>
            <a:r>
              <a:rPr lang="es-ES" b="0" err="1"/>
              <a:t>paraleloo</a:t>
            </a:r>
            <a:r>
              <a:rPr lang="es-ES" b="0"/>
              <a:t> en secuencial de la fija, es independiente</a:t>
            </a:r>
            <a:endParaRPr lang="es-ES" b="1"/>
          </a:p>
        </p:txBody>
      </p:sp>
      <p:sp>
        <p:nvSpPr>
          <p:cNvPr id="4" name="Slide Number Placeholder 3">
            <a:extLst>
              <a:ext uri="{FF2B5EF4-FFF2-40B4-BE49-F238E27FC236}">
                <a16:creationId xmlns:a16="http://schemas.microsoft.com/office/drawing/2014/main" id="{DC6767C3-D041-19D5-47C0-2F5BABFF50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2355673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87DF0-03CC-F172-FA71-1AD2C004E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2CEE3-4CC1-4388-74CD-D6659AC15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0F8FA-4E55-A613-62A2-048FF69DF0A5}"/>
              </a:ext>
            </a:extLst>
          </p:cNvPr>
          <p:cNvSpPr>
            <a:spLocks noGrp="1"/>
          </p:cNvSpPr>
          <p:nvPr>
            <p:ph type="body" idx="1"/>
          </p:nvPr>
        </p:nvSpPr>
        <p:spPr/>
        <p:txBody>
          <a:bodyPr/>
          <a:lstStyle/>
          <a:p>
            <a:r>
              <a:rPr lang="es-ES"/>
              <a:t>Siebel pensado para el móvil</a:t>
            </a:r>
          </a:p>
          <a:p>
            <a:r>
              <a:rPr lang="es-ES"/>
              <a:t>Órdenes separadas</a:t>
            </a:r>
          </a:p>
          <a:p>
            <a:pPr marL="171450" indent="-171450">
              <a:buFontTx/>
              <a:buChar char="-"/>
            </a:pPr>
            <a:r>
              <a:rPr lang="es-ES"/>
              <a:t>Líneas portadas y altas nuevas &gt; se lanzan las portabilidades por una parte y las altas por otra</a:t>
            </a:r>
          </a:p>
          <a:p>
            <a:pPr marL="171450" indent="-171450">
              <a:buFontTx/>
              <a:buChar char="-"/>
            </a:pPr>
            <a:r>
              <a:rPr lang="es-ES"/>
              <a:t>(</a:t>
            </a:r>
            <a:r>
              <a:rPr lang="es-ES" err="1"/>
              <a:t>e.g</a:t>
            </a:r>
            <a:r>
              <a:rPr lang="es-ES"/>
              <a:t>. si quiere 5 líneas nuevas y 10 portadas) &gt; en una orden le lanzo las portadas con el fijo y en otra orden posterior lanzo la móvil nueva (la nueva la va a tener ya)</a:t>
            </a:r>
          </a:p>
          <a:p>
            <a:pPr marL="171450" indent="-171450">
              <a:buFontTx/>
              <a:buChar char="-"/>
            </a:pPr>
            <a:r>
              <a:rPr lang="es-ES"/>
              <a:t>La orden principal es la que manda y suele ser la que tenga fijo –móvil</a:t>
            </a:r>
          </a:p>
          <a:p>
            <a:pPr marL="171450" indent="-171450">
              <a:buFontTx/>
              <a:buChar char="-"/>
            </a:pPr>
            <a:endParaRPr lang="es-ES"/>
          </a:p>
          <a:p>
            <a:pPr marL="171450" indent="-171450">
              <a:buFontTx/>
              <a:buChar char="-"/>
            </a:pPr>
            <a:r>
              <a:rPr lang="es-ES"/>
              <a:t>Qué puedo vender? Fijo-móvil; fijo; móvil</a:t>
            </a:r>
          </a:p>
          <a:p>
            <a:pPr marL="171450" indent="-171450">
              <a:buFontTx/>
              <a:buChar char="-"/>
            </a:pPr>
            <a:r>
              <a:rPr lang="es-ES" b="1"/>
              <a:t>Para hacer un paquete negocio, necesito siempre una orden convergente; </a:t>
            </a:r>
            <a:r>
              <a:rPr lang="es-ES" b="0"/>
              <a:t>luego en función del paquete (negocio 1,3,5) (</a:t>
            </a:r>
            <a:r>
              <a:rPr lang="es-ES" b="0" err="1"/>
              <a:t>e.g</a:t>
            </a:r>
            <a:r>
              <a:rPr lang="es-ES" b="0"/>
              <a:t>. negocio 5 tengo 3 móviles portados y 2 altas</a:t>
            </a:r>
          </a:p>
          <a:p>
            <a:pPr marL="171450" indent="-171450">
              <a:buFontTx/>
              <a:buChar char="-"/>
            </a:pPr>
            <a:r>
              <a:rPr lang="es-ES" b="0"/>
              <a:t>Orden de la provisión el 99% es FIJO-MÓVIL / solo en paralelo si es alta móvil (</a:t>
            </a:r>
            <a:r>
              <a:rPr lang="es-ES" b="0" err="1"/>
              <a:t>indp</a:t>
            </a:r>
            <a:r>
              <a:rPr lang="es-ES" b="0"/>
              <a:t>. Si es porta/alta fijo)</a:t>
            </a:r>
          </a:p>
          <a:p>
            <a:pPr marL="171450" indent="-171450">
              <a:buFontTx/>
              <a:buChar char="-"/>
            </a:pPr>
            <a:r>
              <a:rPr lang="es-ES" b="0"/>
              <a:t>*el asterisco es el </a:t>
            </a:r>
            <a:r>
              <a:rPr lang="es-ES" b="0" err="1"/>
              <a:t>mix</a:t>
            </a:r>
            <a:r>
              <a:rPr lang="es-ES" b="0"/>
              <a:t> en una misma orden de alta y porta de móviles</a:t>
            </a:r>
          </a:p>
          <a:p>
            <a:pPr marL="171450" indent="-171450">
              <a:buFontTx/>
              <a:buChar char="-"/>
            </a:pPr>
            <a:r>
              <a:rPr lang="es-ES" b="0"/>
              <a:t>*5 líneas máximo de porta por paquete (</a:t>
            </a:r>
            <a:r>
              <a:rPr lang="es-ES" b="0" err="1"/>
              <a:t>e.g</a:t>
            </a:r>
            <a:r>
              <a:rPr lang="es-ES" b="0"/>
              <a:t>. si son 10 móviles de porta; haría 1 orden convergente con 5 líneas y luego otra orden de porta de 5 líneas;</a:t>
            </a:r>
          </a:p>
          <a:p>
            <a:pPr marL="171450" indent="-171450">
              <a:buFontTx/>
              <a:buChar char="-"/>
            </a:pPr>
            <a:r>
              <a:rPr lang="es-ES" b="0"/>
              <a:t>*</a:t>
            </a:r>
            <a:r>
              <a:rPr lang="es-ES" b="0" err="1"/>
              <a:t>e.g</a:t>
            </a:r>
            <a:r>
              <a:rPr lang="es-ES" b="0"/>
              <a:t>. si operadores donantes son diferentes, se lanza 1 orden por operador donante; y 1 de esas órdenes tienen que ir con fijo) – las órdenes que no llevan fijo van en </a:t>
            </a:r>
            <a:r>
              <a:rPr lang="es-ES" b="0" err="1"/>
              <a:t>paraleloo</a:t>
            </a:r>
            <a:r>
              <a:rPr lang="es-ES" b="0"/>
              <a:t> en secuencial de la fija, es independiente</a:t>
            </a:r>
            <a:endParaRPr lang="es-ES" b="1"/>
          </a:p>
        </p:txBody>
      </p:sp>
      <p:sp>
        <p:nvSpPr>
          <p:cNvPr id="4" name="Slide Number Placeholder 3">
            <a:extLst>
              <a:ext uri="{FF2B5EF4-FFF2-40B4-BE49-F238E27FC236}">
                <a16:creationId xmlns:a16="http://schemas.microsoft.com/office/drawing/2014/main" id="{F8F08D8D-D91D-2AF0-E5C5-A31CE0F10C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211237888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oleObject" Target="../embeddings/oleObject2.bin"/><Relationship Id="rId7" Type="http://schemas.openxmlformats.org/officeDocument/2006/relationships/image" Target="../media/image5.png"/><Relationship Id="rId12" Type="http://schemas.openxmlformats.org/officeDocument/2006/relationships/image" Target="../media/image10.emf"/><Relationship Id="rId17" Type="http://schemas.openxmlformats.org/officeDocument/2006/relationships/image" Target="../media/image15.png"/><Relationship Id="rId2" Type="http://schemas.openxmlformats.org/officeDocument/2006/relationships/slideMaster" Target="../slideMasters/slideMaster1.xml"/><Relationship Id="rId16" Type="http://schemas.openxmlformats.org/officeDocument/2006/relationships/image" Target="../media/image14.png"/><Relationship Id="rId20" Type="http://schemas.openxmlformats.org/officeDocument/2006/relationships/image" Target="../media/image18.jpeg"/><Relationship Id="rId1" Type="http://schemas.openxmlformats.org/officeDocument/2006/relationships/tags" Target="../tags/tag2.xml"/><Relationship Id="rId6" Type="http://schemas.openxmlformats.org/officeDocument/2006/relationships/image" Target="../media/image4.png"/><Relationship Id="rId11" Type="http://schemas.openxmlformats.org/officeDocument/2006/relationships/image" Target="../media/image9.emf"/><Relationship Id="rId5" Type="http://schemas.openxmlformats.org/officeDocument/2006/relationships/image" Target="../media/image2.png"/><Relationship Id="rId15" Type="http://schemas.openxmlformats.org/officeDocument/2006/relationships/image" Target="../media/image13.png"/><Relationship Id="rId10" Type="http://schemas.openxmlformats.org/officeDocument/2006/relationships/image" Target="../media/image8.emf"/><Relationship Id="rId19" Type="http://schemas.openxmlformats.org/officeDocument/2006/relationships/image" Target="../media/image17.png"/><Relationship Id="rId4" Type="http://schemas.openxmlformats.org/officeDocument/2006/relationships/image" Target="../media/image3.emf"/><Relationship Id="rId9" Type="http://schemas.openxmlformats.org/officeDocument/2006/relationships/image" Target="../media/image7.emf"/><Relationship Id="rId14" Type="http://schemas.openxmlformats.org/officeDocument/2006/relationships/image" Target="../media/image1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1.emf"/></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21.emf"/><Relationship Id="rId4" Type="http://schemas.openxmlformats.org/officeDocument/2006/relationships/oleObject" Target="../embeddings/oleObject15.bin"/></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oleObject" Target="../embeddings/oleObject2.bin"/><Relationship Id="rId7" Type="http://schemas.openxmlformats.org/officeDocument/2006/relationships/image" Target="../media/image5.png"/><Relationship Id="rId12" Type="http://schemas.openxmlformats.org/officeDocument/2006/relationships/image" Target="../media/image10.emf"/><Relationship Id="rId17" Type="http://schemas.openxmlformats.org/officeDocument/2006/relationships/image" Target="../media/image15.png"/><Relationship Id="rId2" Type="http://schemas.openxmlformats.org/officeDocument/2006/relationships/slideMaster" Target="../slideMasters/slideMaster2.xml"/><Relationship Id="rId16" Type="http://schemas.openxmlformats.org/officeDocument/2006/relationships/image" Target="../media/image14.png"/><Relationship Id="rId20" Type="http://schemas.openxmlformats.org/officeDocument/2006/relationships/image" Target="../media/image18.jpeg"/><Relationship Id="rId1" Type="http://schemas.openxmlformats.org/officeDocument/2006/relationships/tags" Target="../tags/tag19.xml"/><Relationship Id="rId6" Type="http://schemas.openxmlformats.org/officeDocument/2006/relationships/image" Target="../media/image4.png"/><Relationship Id="rId11" Type="http://schemas.openxmlformats.org/officeDocument/2006/relationships/image" Target="../media/image9.emf"/><Relationship Id="rId5" Type="http://schemas.openxmlformats.org/officeDocument/2006/relationships/image" Target="../media/image2.png"/><Relationship Id="rId15" Type="http://schemas.openxmlformats.org/officeDocument/2006/relationships/image" Target="../media/image13.png"/><Relationship Id="rId10" Type="http://schemas.openxmlformats.org/officeDocument/2006/relationships/image" Target="../media/image8.emf"/><Relationship Id="rId19" Type="http://schemas.openxmlformats.org/officeDocument/2006/relationships/image" Target="../media/image17.png"/><Relationship Id="rId4" Type="http://schemas.openxmlformats.org/officeDocument/2006/relationships/image" Target="../media/image3.emf"/><Relationship Id="rId9" Type="http://schemas.openxmlformats.org/officeDocument/2006/relationships/image" Target="../media/image7.emf"/><Relationship Id="rId14" Type="http://schemas.openxmlformats.org/officeDocument/2006/relationships/image" Target="../media/image1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26.xml"/><Relationship Id="rId5" Type="http://schemas.openxmlformats.org/officeDocument/2006/relationships/image" Target="../media/image2.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3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3.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33.xml"/><Relationship Id="rId4" Type="http://schemas.openxmlformats.org/officeDocument/2006/relationships/image" Target="../media/image2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34.xml"/><Relationship Id="rId4" Type="http://schemas.openxmlformats.org/officeDocument/2006/relationships/image" Target="../media/image21.emf"/></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2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Front">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42944939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1" name="Rectangle 30">
            <a:extLst>
              <a:ext uri="{FF2B5EF4-FFF2-40B4-BE49-F238E27FC236}">
                <a16:creationId xmlns:a16="http://schemas.microsoft.com/office/drawing/2014/main" id="{2013695C-F97D-3ECA-5B94-2385C23F07C0}"/>
              </a:ext>
            </a:extLst>
          </p:cNvPr>
          <p:cNvSpPr/>
          <p:nvPr userDrawn="1"/>
        </p:nvSpPr>
        <p:spPr>
          <a:xfrm>
            <a:off x="11231661" y="136447"/>
            <a:ext cx="806252" cy="3669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2119139"/>
            <a:ext cx="7263384" cy="1329595"/>
          </a:xfrm>
          <a:prstGeom prst="rect">
            <a:avLst/>
          </a:prstGeom>
        </p:spPr>
        <p:txBody>
          <a:bodyPr vert="horz" wrap="square" lIns="0" tIns="0" rIns="0" bIns="0">
            <a:spAutoFit/>
          </a:bodyPr>
          <a:lstStyle>
            <a:lvl1pPr>
              <a:defRPr sz="4800" b="1" i="0">
                <a:solidFill>
                  <a:schemeClr val="tx1"/>
                </a:solidFill>
                <a:latin typeface="+mj-lt"/>
              </a:defRPr>
            </a:lvl1pPr>
          </a:lstStyle>
          <a:p>
            <a:r>
              <a:rPr lang="en-US"/>
              <a:t>Place presentation title here (48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3916657"/>
            <a:ext cx="7263384" cy="1329595"/>
          </a:xfrm>
          <a:prstGeom prst="rect">
            <a:avLst/>
          </a:prstGeom>
        </p:spPr>
        <p:txBody>
          <a:bodyPr wrap="square" lIns="0" tIns="0" rIns="0" bIns="0">
            <a:spAutoFit/>
          </a:bodyPr>
          <a:lstStyle>
            <a:lvl1pPr marL="0" indent="0" algn="l">
              <a:buNone/>
              <a:defRPr sz="3200" b="1">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presentation </a:t>
            </a:r>
            <a:br>
              <a:rPr lang="en-US"/>
            </a:br>
            <a:r>
              <a:rPr lang="en-US"/>
              <a:t>subtitle here </a:t>
            </a:r>
            <a:br>
              <a:rPr lang="en-US"/>
            </a:br>
            <a:r>
              <a:rPr lang="en-US"/>
              <a:t>(32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7335867"/>
            <a:ext cx="5343521" cy="249299"/>
          </a:xfrm>
          <a:prstGeom prst="rect">
            <a:avLst/>
          </a:prstGeom>
        </p:spPr>
        <p:txBody>
          <a:bodyPr wrap="square" lIns="0" tIns="0" rIns="0" bIns="0" anchor="b">
            <a:sp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7823034"/>
            <a:ext cx="5343520" cy="2442187"/>
          </a:xfrm>
          <a:prstGeom prst="rect">
            <a:avLst/>
          </a:prstGeom>
        </p:spPr>
        <p:txBody>
          <a:bodyPr/>
          <a:lstStyle>
            <a:lvl1pPr marL="285750" indent="-285750">
              <a:buFont typeface="Arial" panose="020B0604020202020204" pitchFamily="34" charset="0"/>
              <a:buChar cha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5" name="Text Placeholder 5">
            <a:extLst>
              <a:ext uri="{FF2B5EF4-FFF2-40B4-BE49-F238E27FC236}">
                <a16:creationId xmlns:a16="http://schemas.microsoft.com/office/drawing/2014/main" id="{D8D15877-E627-FE19-B9CF-8E1AD8DAEAC3}"/>
              </a:ext>
            </a:extLst>
          </p:cNvPr>
          <p:cNvSpPr>
            <a:spLocks noGrp="1"/>
          </p:cNvSpPr>
          <p:nvPr>
            <p:ph type="body" idx="18" hasCustomPrompt="1"/>
          </p:nvPr>
        </p:nvSpPr>
        <p:spPr>
          <a:xfrm>
            <a:off x="380998" y="10503089"/>
            <a:ext cx="5343521" cy="138499"/>
          </a:xfrm>
          <a:prstGeom prst="rect">
            <a:avLst/>
          </a:prstGeom>
        </p:spPr>
        <p:txBody>
          <a:bodyPr wrap="square" lIns="0" tIns="0" rIns="0" bIns="0" anchor="t">
            <a:spAutoFit/>
          </a:bodyPr>
          <a:lstStyle>
            <a:lvl1pPr marL="0" indent="0">
              <a:buNone/>
              <a:defRPr sz="10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335867"/>
            <a:ext cx="5343521" cy="249299"/>
          </a:xfrm>
          <a:prstGeom prst="rect">
            <a:avLst/>
          </a:prstGeom>
        </p:spPr>
        <p:txBody>
          <a:bodyPr lIns="0" tIns="0" rIns="0" bIns="0" anchor="b">
            <a:sp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823034"/>
            <a:ext cx="5343521" cy="2442187"/>
          </a:xfrm>
          <a:prstGeom prst="rect">
            <a:avLst/>
          </a:prstGeo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9">
            <a:extLst>
              <a:ext uri="{FF2B5EF4-FFF2-40B4-BE49-F238E27FC236}">
                <a16:creationId xmlns:a16="http://schemas.microsoft.com/office/drawing/2014/main" id="{1BC6E6EE-8079-5E40-74F8-CD2E181F18ED}"/>
              </a:ext>
            </a:extLst>
          </p:cNvPr>
          <p:cNvSpPr>
            <a:spLocks noGrp="1"/>
          </p:cNvSpPr>
          <p:nvPr>
            <p:ph type="body" sz="quarter" idx="17" hasCustomPrompt="1"/>
          </p:nvPr>
        </p:nvSpPr>
        <p:spPr>
          <a:xfrm>
            <a:off x="381000" y="5714175"/>
            <a:ext cx="7263385" cy="387798"/>
          </a:xfrm>
          <a:prstGeom prst="rect">
            <a:avLst/>
          </a:prstGeom>
        </p:spPr>
        <p:txBody>
          <a:bodyPr wrap="square" lIns="0" tIns="0" rIns="0" bIns="0">
            <a:spAutoFit/>
          </a:bodyPr>
          <a:lstStyle>
            <a:lvl1pPr marL="0" indent="0" algn="l" defTabSz="914400" rtl="0" eaLnBrk="1" latinLnBrk="0" hangingPunct="1">
              <a:spcAft>
                <a:spcPts val="0"/>
              </a:spcAft>
              <a:buNone/>
              <a:defRPr lang="en-US" sz="28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Place presentation date here (28 pt)</a:t>
            </a:r>
          </a:p>
        </p:txBody>
      </p:sp>
      <p:pic>
        <p:nvPicPr>
          <p:cNvPr id="7" name="Picture 6">
            <a:extLst>
              <a:ext uri="{FF2B5EF4-FFF2-40B4-BE49-F238E27FC236}">
                <a16:creationId xmlns:a16="http://schemas.microsoft.com/office/drawing/2014/main" id="{F30FA309-0AA6-1C26-ECF1-6E4ABEAC9621}"/>
              </a:ext>
            </a:extLst>
          </p:cNvPr>
          <p:cNvPicPr>
            <a:picLocks noChangeAspect="1"/>
          </p:cNvPicPr>
          <p:nvPr userDrawn="1"/>
        </p:nvPicPr>
        <p:blipFill>
          <a:blip r:embed="rId5"/>
          <a:stretch>
            <a:fillRect/>
          </a:stretch>
        </p:blipFill>
        <p:spPr>
          <a:xfrm>
            <a:off x="381466" y="383127"/>
            <a:ext cx="2786532" cy="1268089"/>
          </a:xfrm>
          <a:prstGeom prst="rect">
            <a:avLst/>
          </a:prstGeom>
        </p:spPr>
      </p:pic>
      <p:pic>
        <p:nvPicPr>
          <p:cNvPr id="11" name="Imagen 34">
            <a:extLst>
              <a:ext uri="{FF2B5EF4-FFF2-40B4-BE49-F238E27FC236}">
                <a16:creationId xmlns:a16="http://schemas.microsoft.com/office/drawing/2014/main" id="{77F2F5BE-411C-B1E2-66C0-1E4B58026048}"/>
              </a:ext>
            </a:extLst>
          </p:cNvPr>
          <p:cNvPicPr>
            <a:picLocks noChangeAspect="1"/>
          </p:cNvPicPr>
          <p:nvPr userDrawn="1"/>
        </p:nvPicPr>
        <p:blipFill>
          <a:blip r:embed="rId6"/>
          <a:stretch>
            <a:fillRect/>
          </a:stretch>
        </p:blipFill>
        <p:spPr>
          <a:xfrm>
            <a:off x="11485172" y="5319305"/>
            <a:ext cx="329524" cy="128514"/>
          </a:xfrm>
          <a:prstGeom prst="rect">
            <a:avLst/>
          </a:prstGeom>
        </p:spPr>
      </p:pic>
      <p:pic>
        <p:nvPicPr>
          <p:cNvPr id="14" name="Imagen 37">
            <a:extLst>
              <a:ext uri="{FF2B5EF4-FFF2-40B4-BE49-F238E27FC236}">
                <a16:creationId xmlns:a16="http://schemas.microsoft.com/office/drawing/2014/main" id="{1EDF47ED-62A4-9E02-403D-18AD4AB7628F}"/>
              </a:ext>
            </a:extLst>
          </p:cNvPr>
          <p:cNvPicPr>
            <a:picLocks noChangeAspect="1"/>
          </p:cNvPicPr>
          <p:nvPr userDrawn="1"/>
        </p:nvPicPr>
        <p:blipFill rotWithShape="1">
          <a:blip r:embed="rId7"/>
          <a:srcRect l="84827" t="-11201" r="-444" b="13414"/>
          <a:stretch/>
        </p:blipFill>
        <p:spPr>
          <a:xfrm>
            <a:off x="11334309" y="979787"/>
            <a:ext cx="480387" cy="249778"/>
          </a:xfrm>
          <a:prstGeom prst="rect">
            <a:avLst/>
          </a:prstGeom>
        </p:spPr>
      </p:pic>
      <p:pic>
        <p:nvPicPr>
          <p:cNvPr id="15" name="Imagen 38">
            <a:extLst>
              <a:ext uri="{FF2B5EF4-FFF2-40B4-BE49-F238E27FC236}">
                <a16:creationId xmlns:a16="http://schemas.microsoft.com/office/drawing/2014/main" id="{2BB7F006-5647-B009-0B1F-1595E9BD05E2}"/>
              </a:ext>
            </a:extLst>
          </p:cNvPr>
          <p:cNvPicPr>
            <a:picLocks noChangeAspect="1"/>
          </p:cNvPicPr>
          <p:nvPr userDrawn="1"/>
        </p:nvPicPr>
        <p:blipFill rotWithShape="1">
          <a:blip r:embed="rId8"/>
          <a:srcRect l="5706" t="26602" r="5742" b="18022"/>
          <a:stretch/>
        </p:blipFill>
        <p:spPr>
          <a:xfrm>
            <a:off x="11201838" y="1707640"/>
            <a:ext cx="612858" cy="182915"/>
          </a:xfrm>
          <a:prstGeom prst="rect">
            <a:avLst/>
          </a:prstGeom>
        </p:spPr>
      </p:pic>
      <p:pic>
        <p:nvPicPr>
          <p:cNvPr id="16" name="Imagen 39">
            <a:extLst>
              <a:ext uri="{FF2B5EF4-FFF2-40B4-BE49-F238E27FC236}">
                <a16:creationId xmlns:a16="http://schemas.microsoft.com/office/drawing/2014/main" id="{93CD0AC1-7E35-1CF7-72B4-D57D09E81959}"/>
              </a:ext>
            </a:extLst>
          </p:cNvPr>
          <p:cNvPicPr>
            <a:picLocks noChangeAspect="1"/>
          </p:cNvPicPr>
          <p:nvPr userDrawn="1"/>
        </p:nvPicPr>
        <p:blipFill>
          <a:blip r:embed="rId9"/>
          <a:srcRect l="3780" t="39105" r="6331" b="24380"/>
          <a:stretch/>
        </p:blipFill>
        <p:spPr>
          <a:xfrm>
            <a:off x="11079469" y="2072356"/>
            <a:ext cx="735227" cy="120612"/>
          </a:xfrm>
          <a:prstGeom prst="rect">
            <a:avLst/>
          </a:prstGeom>
        </p:spPr>
      </p:pic>
      <p:pic>
        <p:nvPicPr>
          <p:cNvPr id="19" name="Imagen 41">
            <a:extLst>
              <a:ext uri="{FF2B5EF4-FFF2-40B4-BE49-F238E27FC236}">
                <a16:creationId xmlns:a16="http://schemas.microsoft.com/office/drawing/2014/main" id="{823523B2-8502-D79A-59A4-5A30A64E2B9A}"/>
              </a:ext>
            </a:extLst>
          </p:cNvPr>
          <p:cNvPicPr>
            <a:picLocks noChangeAspect="1"/>
          </p:cNvPicPr>
          <p:nvPr userDrawn="1"/>
        </p:nvPicPr>
        <p:blipFill rotWithShape="1">
          <a:blip r:embed="rId10"/>
          <a:srcRect l="8432" t="13808" r="3866" b="22570"/>
          <a:stretch/>
        </p:blipFill>
        <p:spPr>
          <a:xfrm>
            <a:off x="11220396" y="3451852"/>
            <a:ext cx="594300" cy="198982"/>
          </a:xfrm>
          <a:prstGeom prst="rect">
            <a:avLst/>
          </a:prstGeom>
        </p:spPr>
      </p:pic>
      <p:pic>
        <p:nvPicPr>
          <p:cNvPr id="20" name="Imagen 42">
            <a:extLst>
              <a:ext uri="{FF2B5EF4-FFF2-40B4-BE49-F238E27FC236}">
                <a16:creationId xmlns:a16="http://schemas.microsoft.com/office/drawing/2014/main" id="{DD44E70B-7A71-68E5-D1EA-042CFBAF65E1}"/>
              </a:ext>
            </a:extLst>
          </p:cNvPr>
          <p:cNvPicPr>
            <a:picLocks noChangeAspect="1"/>
          </p:cNvPicPr>
          <p:nvPr userDrawn="1"/>
        </p:nvPicPr>
        <p:blipFill rotWithShape="1">
          <a:blip r:embed="rId11"/>
          <a:srcRect l="6973" t="22509" r="3652" b="29230"/>
          <a:stretch/>
        </p:blipFill>
        <p:spPr>
          <a:xfrm>
            <a:off x="11351593" y="3126175"/>
            <a:ext cx="463103" cy="143876"/>
          </a:xfrm>
          <a:prstGeom prst="rect">
            <a:avLst/>
          </a:prstGeom>
        </p:spPr>
      </p:pic>
      <p:pic>
        <p:nvPicPr>
          <p:cNvPr id="21" name="Imagen 44">
            <a:extLst>
              <a:ext uri="{FF2B5EF4-FFF2-40B4-BE49-F238E27FC236}">
                <a16:creationId xmlns:a16="http://schemas.microsoft.com/office/drawing/2014/main" id="{A001C848-BE37-B3D2-C602-F410F8BEBA73}"/>
              </a:ext>
            </a:extLst>
          </p:cNvPr>
          <p:cNvPicPr>
            <a:picLocks noChangeAspect="1"/>
          </p:cNvPicPr>
          <p:nvPr userDrawn="1"/>
        </p:nvPicPr>
        <p:blipFill rotWithShape="1">
          <a:blip r:embed="rId12"/>
          <a:srcRect l="22218" r="21421"/>
          <a:stretch/>
        </p:blipFill>
        <p:spPr>
          <a:xfrm>
            <a:off x="11318412" y="3832635"/>
            <a:ext cx="496284" cy="462958"/>
          </a:xfrm>
          <a:prstGeom prst="rect">
            <a:avLst/>
          </a:prstGeom>
        </p:spPr>
      </p:pic>
      <p:pic>
        <p:nvPicPr>
          <p:cNvPr id="22" name="Imagen 45">
            <a:extLst>
              <a:ext uri="{FF2B5EF4-FFF2-40B4-BE49-F238E27FC236}">
                <a16:creationId xmlns:a16="http://schemas.microsoft.com/office/drawing/2014/main" id="{93CC4A87-47FA-08A6-78EC-A397BB3427BA}"/>
              </a:ext>
            </a:extLst>
          </p:cNvPr>
          <p:cNvPicPr>
            <a:picLocks noChangeAspect="1"/>
          </p:cNvPicPr>
          <p:nvPr userDrawn="1"/>
        </p:nvPicPr>
        <p:blipFill>
          <a:blip r:embed="rId13"/>
          <a:stretch>
            <a:fillRect/>
          </a:stretch>
        </p:blipFill>
        <p:spPr>
          <a:xfrm>
            <a:off x="11238591" y="4858774"/>
            <a:ext cx="576105" cy="278730"/>
          </a:xfrm>
          <a:prstGeom prst="rect">
            <a:avLst/>
          </a:prstGeom>
        </p:spPr>
      </p:pic>
      <p:pic>
        <p:nvPicPr>
          <p:cNvPr id="23" name="Imagen 46">
            <a:extLst>
              <a:ext uri="{FF2B5EF4-FFF2-40B4-BE49-F238E27FC236}">
                <a16:creationId xmlns:a16="http://schemas.microsoft.com/office/drawing/2014/main" id="{21A74BD6-7915-8888-8CD5-8BCBFFFB4BCF}"/>
              </a:ext>
            </a:extLst>
          </p:cNvPr>
          <p:cNvPicPr>
            <a:picLocks noChangeAspect="1"/>
          </p:cNvPicPr>
          <p:nvPr userDrawn="1"/>
        </p:nvPicPr>
        <p:blipFill>
          <a:blip r:embed="rId14"/>
          <a:srcRect l="22242" t="23133" r="23690" b="23215"/>
          <a:stretch/>
        </p:blipFill>
        <p:spPr>
          <a:xfrm>
            <a:off x="11649065" y="4477394"/>
            <a:ext cx="165631" cy="199579"/>
          </a:xfrm>
          <a:prstGeom prst="rect">
            <a:avLst/>
          </a:prstGeom>
        </p:spPr>
      </p:pic>
      <p:pic>
        <p:nvPicPr>
          <p:cNvPr id="24" name="Picture 2" descr="Orange (Marruecos) - Wikipedia, la enciclopedia libre">
            <a:extLst>
              <a:ext uri="{FF2B5EF4-FFF2-40B4-BE49-F238E27FC236}">
                <a16:creationId xmlns:a16="http://schemas.microsoft.com/office/drawing/2014/main" id="{6678C886-B8DC-F060-95C8-229F758AF6B8}"/>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1399837" y="383127"/>
            <a:ext cx="414859" cy="414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6">
            <a:extLst>
              <a:ext uri="{FF2B5EF4-FFF2-40B4-BE49-F238E27FC236}">
                <a16:creationId xmlns:a16="http://schemas.microsoft.com/office/drawing/2014/main" id="{ADC620A4-72EA-1067-0292-A16ADA7C219C}"/>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1349044" y="1411366"/>
            <a:ext cx="465652" cy="11447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a:extLst>
              <a:ext uri="{FF2B5EF4-FFF2-40B4-BE49-F238E27FC236}">
                <a16:creationId xmlns:a16="http://schemas.microsoft.com/office/drawing/2014/main" id="{4F3F4CDC-9072-E07B-6A56-8FDF5F3F0FF2}"/>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1341353" y="2374769"/>
            <a:ext cx="473343" cy="15699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a:extLst>
              <a:ext uri="{FF2B5EF4-FFF2-40B4-BE49-F238E27FC236}">
                <a16:creationId xmlns:a16="http://schemas.microsoft.com/office/drawing/2014/main" id="{89EC15FB-7E0B-B91A-CDC7-C385267E0862}"/>
              </a:ext>
            </a:extLst>
          </p:cNvPr>
          <p:cNvPicPr>
            <a:picLocks noChangeAspect="1" noChangeArrowheads="1"/>
          </p:cNvPicPr>
          <p:nvPr userDrawn="1"/>
        </p:nvPicPr>
        <p:blipFill rotWithShape="1">
          <a:blip r:embed="rId18">
            <a:extLst>
              <a:ext uri="{28A0092B-C50C-407E-A947-70E740481C1C}">
                <a14:useLocalDpi xmlns:a14="http://schemas.microsoft.com/office/drawing/2010/main" val="0"/>
              </a:ext>
            </a:extLst>
          </a:blip>
          <a:srcRect l="15179" t="28442" r="22925" b="40654"/>
          <a:stretch/>
        </p:blipFill>
        <p:spPr bwMode="auto">
          <a:xfrm>
            <a:off x="11211551" y="5951401"/>
            <a:ext cx="603145" cy="150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Imagen 5">
            <a:extLst>
              <a:ext uri="{FF2B5EF4-FFF2-40B4-BE49-F238E27FC236}">
                <a16:creationId xmlns:a16="http://schemas.microsoft.com/office/drawing/2014/main" id="{369D0AAF-6CEE-B5B6-0B8C-27C4E27F7A9C}"/>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1301443" y="5629620"/>
            <a:ext cx="513253" cy="139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8" descr="A logo for a company&#10;&#10;Description automatically generated">
            <a:extLst>
              <a:ext uri="{FF2B5EF4-FFF2-40B4-BE49-F238E27FC236}">
                <a16:creationId xmlns:a16="http://schemas.microsoft.com/office/drawing/2014/main" id="{3EC7D70C-653F-3899-1D44-32F42F687AAB}"/>
              </a:ext>
            </a:extLst>
          </p:cNvPr>
          <p:cNvPicPr>
            <a:picLocks noChangeAspect="1"/>
          </p:cNvPicPr>
          <p:nvPr userDrawn="1"/>
        </p:nvPicPr>
        <p:blipFill>
          <a:blip r:embed="rId20"/>
          <a:stretch>
            <a:fillRect/>
          </a:stretch>
        </p:blipFill>
        <p:spPr>
          <a:xfrm>
            <a:off x="11226894" y="2713562"/>
            <a:ext cx="587802" cy="230812"/>
          </a:xfrm>
          <a:prstGeom prst="rect">
            <a:avLst/>
          </a:prstGeom>
        </p:spPr>
      </p:pic>
    </p:spTree>
    <p:extLst>
      <p:ext uri="{BB962C8B-B14F-4D97-AF65-F5344CB8AC3E}">
        <p14:creationId xmlns:p14="http://schemas.microsoft.com/office/powerpoint/2010/main" val="924752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2148608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cxnSp>
        <p:nvCxnSpPr>
          <p:cNvPr id="6" name="agenda-connector">
            <a:extLst>
              <a:ext uri="{FF2B5EF4-FFF2-40B4-BE49-F238E27FC236}">
                <a16:creationId xmlns:a16="http://schemas.microsoft.com/office/drawing/2014/main" id="{91C31AB6-615B-7F3E-C325-3F1E0476DB1A}"/>
              </a:ext>
            </a:extLst>
          </p:cNvPr>
          <p:cNvCxnSpPr>
            <a:cxnSpLocks/>
          </p:cNvCxnSpPr>
          <p:nvPr userDrawn="1"/>
        </p:nvCxnSpPr>
        <p:spPr>
          <a:xfrm>
            <a:off x="4045241" y="1414259"/>
            <a:ext cx="0" cy="47194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1414259"/>
            <a:ext cx="3267009" cy="609398"/>
          </a:xfrm>
          <a:prstGeom prst="rect">
            <a:avLst/>
          </a:prstGeom>
        </p:spPr>
        <p:txBody>
          <a:bodyPr vert="horz" wrap="square" lIns="0" tIns="0" rIns="0" bIns="0">
            <a:spAutoFit/>
          </a:bodyPr>
          <a:lstStyle>
            <a:lvl1pPr>
              <a:defRPr sz="4400" b="1" i="0">
                <a:latin typeface="+mj-lt"/>
              </a:defRPr>
            </a:lvl1pPr>
          </a:lstStyle>
          <a:p>
            <a:r>
              <a:rPr lang="en-US"/>
              <a:t>Agenda</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1" y="2345634"/>
            <a:ext cx="3266962" cy="3788111"/>
          </a:xfrm>
          <a:prstGeom prst="rect">
            <a:avLst/>
          </a:prstGeom>
        </p:spPr>
        <p:txBody>
          <a:bodyPr wrap="square" lIns="0" tIns="0" rIns="0" bIns="0">
            <a:noAutofit/>
          </a:bodyPr>
          <a:lstStyle>
            <a:lvl1pPr marL="0" indent="0" algn="l">
              <a:buNone/>
              <a:defRPr sz="32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agenda summary here (32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7196536"/>
            <a:ext cx="5343521"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4442474" y="1414259"/>
            <a:ext cx="7371837" cy="4719487"/>
          </a:xfrm>
          <a:prstGeom prst="rect">
            <a:avLst/>
          </a:prstGeom>
        </p:spPr>
        <p:txBody>
          <a:bodyPr/>
          <a:lstStyle>
            <a:lvl1pPr marL="457200" indent="-457200">
              <a:buFont typeface="+mj-lt"/>
              <a:buAutoNum type="arabicPeriod"/>
              <a:defRPr sz="2800"/>
            </a:lvl1pPr>
            <a:lvl2pPr marL="914400" indent="-457200">
              <a:buFont typeface="+mj-lt"/>
              <a:buAutoNum type="arabicPeriod"/>
              <a:defRPr sz="2400"/>
            </a:lvl2pPr>
            <a:lvl3pPr marL="1371600" indent="-457200">
              <a:buFont typeface="+mj-lt"/>
              <a:buAutoNum type="arabicPeriod"/>
              <a:defRPr sz="2400"/>
            </a:lvl3pPr>
            <a:lvl4pPr marL="1828800" indent="-457200">
              <a:buFont typeface="+mj-lt"/>
              <a:buAutoNum type="arabicPeriod"/>
              <a:defRPr sz="2400"/>
            </a:lvl4pPr>
            <a:lvl5pPr marL="2286000" indent="-457200">
              <a:buFont typeface="+mj-lt"/>
              <a:buAutoNum type="arabicPeriod"/>
              <a:defRPr sz="2400"/>
            </a:lvl5pPr>
          </a:lstStyle>
          <a:p>
            <a:pPr lvl="0"/>
            <a:r>
              <a:rPr lang="en-US"/>
              <a:t>Place agenda items here (28 pt)</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0998" y="10368759"/>
            <a:ext cx="5343521"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196536"/>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683703"/>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5">
            <a:extLst>
              <a:ext uri="{FF2B5EF4-FFF2-40B4-BE49-F238E27FC236}">
                <a16:creationId xmlns:a16="http://schemas.microsoft.com/office/drawing/2014/main" id="{45F15098-C940-473B-68B5-96DB5F21EDA3}"/>
              </a:ext>
            </a:extLst>
          </p:cNvPr>
          <p:cNvSpPr>
            <a:spLocks noGrp="1"/>
          </p:cNvSpPr>
          <p:nvPr>
            <p:ph type="body" sz="quarter" idx="55" hasCustomPrompt="1"/>
          </p:nvPr>
        </p:nvSpPr>
        <p:spPr>
          <a:xfrm>
            <a:off x="381000" y="164915"/>
            <a:ext cx="11430000" cy="153888"/>
          </a:xfrm>
        </p:spPr>
        <p:txBody>
          <a:bodyPr>
            <a:noAutofit/>
          </a:bodyPr>
          <a:lstStyle>
            <a:lvl1pPr marL="0" indent="0" rtl="0">
              <a:buNone/>
              <a:defRPr sz="1000" cap="all" baseline="0">
                <a:solidFill>
                  <a:schemeClr val="accent1"/>
                </a:solidFill>
              </a:defRPr>
            </a:lvl1pPr>
            <a:lvl2pPr>
              <a:defRPr sz="1600" cap="all" baseline="0"/>
            </a:lvl2pPr>
            <a:lvl3pPr>
              <a:defRPr sz="1600" cap="all" baseline="0"/>
            </a:lvl3pPr>
            <a:lvl4pPr>
              <a:defRPr sz="1600" cap="all" baseline="0"/>
            </a:lvl4pPr>
            <a:lvl5pPr>
              <a:defRPr sz="1600" cap="all" baseline="0"/>
            </a:lvl5pPr>
          </a:lstStyle>
          <a:p>
            <a:pPr lvl="0"/>
            <a:r>
              <a:rPr lang="es-ES_tradnl" err="1"/>
              <a:t>Section</a:t>
            </a:r>
            <a:r>
              <a:rPr lang="es-ES_tradnl"/>
              <a:t> </a:t>
            </a:r>
            <a:r>
              <a:rPr lang="es-ES_tradnl" err="1"/>
              <a:t>Title</a:t>
            </a:r>
            <a:r>
              <a:rPr lang="es-ES_tradnl"/>
              <a:t> (10pt)</a:t>
            </a:r>
          </a:p>
        </p:txBody>
      </p:sp>
    </p:spTree>
    <p:extLst>
      <p:ext uri="{BB962C8B-B14F-4D97-AF65-F5344CB8AC3E}">
        <p14:creationId xmlns:p14="http://schemas.microsoft.com/office/powerpoint/2010/main" val="3005863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25012252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827266"/>
            <a:ext cx="11430000" cy="609398"/>
          </a:xfrm>
          <a:prstGeom prst="rect">
            <a:avLst/>
          </a:prstGeom>
        </p:spPr>
        <p:txBody>
          <a:bodyPr vert="horz" lIns="0" tIns="0" rIns="0" bIns="0">
            <a:spAutoFit/>
          </a:bodyPr>
          <a:lstStyle>
            <a:lvl1pPr>
              <a:defRPr sz="4400" b="1" i="0">
                <a:solidFill>
                  <a:schemeClr val="tx1"/>
                </a:solidFill>
                <a:latin typeface="+mj-lt"/>
              </a:defRPr>
            </a:lvl1pPr>
          </a:lstStyle>
          <a:p>
            <a:r>
              <a:rPr lang="en-US"/>
              <a:t>Place section title here (44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4834931"/>
            <a:ext cx="11430000" cy="443198"/>
          </a:xfrm>
          <a:prstGeom prst="rect">
            <a:avLst/>
          </a:prstGeom>
        </p:spPr>
        <p:txBody>
          <a:bodyPr lIns="0" tIns="0" rIns="0" bIns="0">
            <a:spAutoFit/>
          </a:bodyPr>
          <a:lstStyle>
            <a:lvl1pPr marL="0" indent="0" algn="l">
              <a:buNone/>
              <a:defRPr sz="3200" b="1">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section subtitle here (32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7374020"/>
            <a:ext cx="5343521"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7861187"/>
            <a:ext cx="5343520"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10541242"/>
            <a:ext cx="5343521"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374020"/>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861187"/>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8">
            <a:extLst>
              <a:ext uri="{FF2B5EF4-FFF2-40B4-BE49-F238E27FC236}">
                <a16:creationId xmlns:a16="http://schemas.microsoft.com/office/drawing/2014/main" id="{A390F323-16FA-4F83-330E-B7FD84362849}"/>
              </a:ext>
            </a:extLst>
          </p:cNvPr>
          <p:cNvSpPr>
            <a:spLocks noGrp="1"/>
          </p:cNvSpPr>
          <p:nvPr>
            <p:ph type="body" idx="10" hasCustomPrompt="1"/>
          </p:nvPr>
        </p:nvSpPr>
        <p:spPr>
          <a:xfrm>
            <a:off x="381000" y="1405929"/>
            <a:ext cx="11427595" cy="1624363"/>
          </a:xfrm>
          <a:prstGeom prst="rect">
            <a:avLst/>
          </a:prstGeom>
          <a:noFill/>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solidFill>
                    <a:schemeClr val="tx1"/>
                  </a:solidFill>
                </a:ln>
                <a:no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spTree>
    <p:extLst>
      <p:ext uri="{BB962C8B-B14F-4D97-AF65-F5344CB8AC3E}">
        <p14:creationId xmlns:p14="http://schemas.microsoft.com/office/powerpoint/2010/main" val="147005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1/1">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15053721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11430000" cy="332399"/>
          </a:xfrm>
          <a:prstGeom prst="rect">
            <a:avLst/>
          </a:prstGeom>
        </p:spPr>
        <p:txBody>
          <a:bodyPr vert="horz"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11430000" cy="276999"/>
          </a:xfrm>
          <a:prstGeom prst="rect">
            <a:avLst/>
          </a:prstGeom>
        </p:spPr>
        <p:txBody>
          <a:bodyPr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1808101"/>
            <a:ext cx="11427597"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0999" y="2295268"/>
            <a:ext cx="11427595"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11427597"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433655"/>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920822"/>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1531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lide-1/1">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36330842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background">
            <a:extLst>
              <a:ext uri="{FF2B5EF4-FFF2-40B4-BE49-F238E27FC236}">
                <a16:creationId xmlns:a16="http://schemas.microsoft.com/office/drawing/2014/main" id="{D75896D7-738F-D223-3360-6ABCA11B12A4}"/>
              </a:ext>
            </a:extLst>
          </p:cNvPr>
          <p:cNvSpPr/>
          <p:nvPr userDrawn="1"/>
        </p:nvSpPr>
        <p:spPr>
          <a:xfrm>
            <a:off x="7614853" y="6242514"/>
            <a:ext cx="3612386" cy="615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8102600" cy="332399"/>
          </a:xfrm>
          <a:prstGeom prst="rect">
            <a:avLst/>
          </a:prstGeom>
        </p:spPr>
        <p:txBody>
          <a:bodyPr vert="horz" wrap="square"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8102600"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1000" y="1808101"/>
            <a:ext cx="7960362"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0999" y="2295268"/>
            <a:ext cx="7960361"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11427597"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433655"/>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920822"/>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background">
            <a:extLst>
              <a:ext uri="{FF2B5EF4-FFF2-40B4-BE49-F238E27FC236}">
                <a16:creationId xmlns:a16="http://schemas.microsoft.com/office/drawing/2014/main" id="{B8301B2A-9BF3-4B8F-1942-BA91A25D87FD}"/>
              </a:ext>
            </a:extLst>
          </p:cNvPr>
          <p:cNvSpPr/>
          <p:nvPr userDrawn="1"/>
        </p:nvSpPr>
        <p:spPr>
          <a:xfrm>
            <a:off x="8579613" y="0"/>
            <a:ext cx="3612386"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6">
            <a:extLst>
              <a:ext uri="{FF2B5EF4-FFF2-40B4-BE49-F238E27FC236}">
                <a16:creationId xmlns:a16="http://schemas.microsoft.com/office/drawing/2014/main" id="{4078C34F-C48B-AC79-B321-2977D6E8D397}"/>
              </a:ext>
            </a:extLst>
          </p:cNvPr>
          <p:cNvSpPr>
            <a:spLocks noGrp="1"/>
          </p:cNvSpPr>
          <p:nvPr>
            <p:ph type="body" idx="17" hasCustomPrompt="1"/>
          </p:nvPr>
        </p:nvSpPr>
        <p:spPr>
          <a:xfrm>
            <a:off x="9142794" y="1808101"/>
            <a:ext cx="2486023"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header (18 pt)</a:t>
            </a:r>
          </a:p>
        </p:txBody>
      </p:sp>
      <p:sp>
        <p:nvSpPr>
          <p:cNvPr id="6" name="Content Placeholder 7">
            <a:extLst>
              <a:ext uri="{FF2B5EF4-FFF2-40B4-BE49-F238E27FC236}">
                <a16:creationId xmlns:a16="http://schemas.microsoft.com/office/drawing/2014/main" id="{D8757B56-6AEA-B404-E1F3-74F629CD02F7}"/>
              </a:ext>
            </a:extLst>
          </p:cNvPr>
          <p:cNvSpPr>
            <a:spLocks noGrp="1"/>
          </p:cNvSpPr>
          <p:nvPr>
            <p:ph sz="half" idx="18" hasCustomPrompt="1"/>
          </p:nvPr>
        </p:nvSpPr>
        <p:spPr>
          <a:xfrm>
            <a:off x="9142793" y="2295268"/>
            <a:ext cx="2486023"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p:txBody>
      </p:sp>
      <p:sp>
        <p:nvSpPr>
          <p:cNvPr id="7" name="pagenumber">
            <a:extLst>
              <a:ext uri="{FF2B5EF4-FFF2-40B4-BE49-F238E27FC236}">
                <a16:creationId xmlns:a16="http://schemas.microsoft.com/office/drawing/2014/main" id="{F496B0A9-D99C-603E-A7EA-604B5AB2EC9A}"/>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0" name="copyright">
            <a:extLst>
              <a:ext uri="{FF2B5EF4-FFF2-40B4-BE49-F238E27FC236}">
                <a16:creationId xmlns:a16="http://schemas.microsoft.com/office/drawing/2014/main" id="{6B3E00C9-A195-BF63-20E4-6D0387DBD737}"/>
              </a:ext>
            </a:extLst>
          </p:cNvPr>
          <p:cNvSpPr txBox="1"/>
          <p:nvPr userDrawn="1"/>
        </p:nvSpPr>
        <p:spPr>
          <a:xfrm>
            <a:off x="8579612" y="6481832"/>
            <a:ext cx="2760931" cy="153888"/>
          </a:xfrm>
          <a:prstGeom prst="rect">
            <a:avLst/>
          </a:prstGeom>
          <a:noFill/>
        </p:spPr>
        <p:txBody>
          <a:bodyPr wrap="square" lIns="0" tIns="0" rIns="0" bIns="0" rtlCol="0" anchor="t">
            <a:spAutoFit/>
          </a:bodyPr>
          <a:lstStyle/>
          <a:p>
            <a:pPr algn="r">
              <a:defRPr/>
            </a:pPr>
            <a:r>
              <a:rPr lang="en-US" sz="1000">
                <a:solidFill>
                  <a:schemeClr val="tx1"/>
                </a:solidFill>
              </a:rPr>
              <a:t>Copyright © 2025 Accenture. All rights reserved.</a:t>
            </a:r>
          </a:p>
        </p:txBody>
      </p:sp>
    </p:spTree>
    <p:extLst>
      <p:ext uri="{BB962C8B-B14F-4D97-AF65-F5344CB8AC3E}">
        <p14:creationId xmlns:p14="http://schemas.microsoft.com/office/powerpoint/2010/main" val="4040106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1/4">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37099819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6" name="background">
            <a:extLst>
              <a:ext uri="{FF2B5EF4-FFF2-40B4-BE49-F238E27FC236}">
                <a16:creationId xmlns:a16="http://schemas.microsoft.com/office/drawing/2014/main" id="{1C911D0F-2D3A-205A-EAD5-49E14C70055A}"/>
              </a:ext>
            </a:extLst>
          </p:cNvPr>
          <p:cNvSpPr/>
          <p:nvPr userDrawn="1"/>
        </p:nvSpPr>
        <p:spPr>
          <a:xfrm>
            <a:off x="0" y="0"/>
            <a:ext cx="3238520"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2483637" cy="332399"/>
          </a:xfrm>
          <a:prstGeom prst="rect">
            <a:avLst/>
          </a:prstGeom>
        </p:spPr>
        <p:txBody>
          <a:bodyPr vert="horz" wrap="square" lIns="0" tIns="0" rIns="0" bIns="0">
            <a:spAutoFit/>
          </a:bodyPr>
          <a:lstStyle>
            <a:lvl1pPr>
              <a:defRPr sz="2400" b="1" i="0">
                <a:latin typeface="+mj-lt"/>
              </a:defRPr>
            </a:lvl1pPr>
          </a:lstStyle>
          <a:p>
            <a:r>
              <a:rPr lang="en-US"/>
              <a:t>Place title here</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2483637" cy="553998"/>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607593" y="1808101"/>
            <a:ext cx="8203407"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607594" y="2295268"/>
            <a:ext cx="8203406"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607594" y="6104016"/>
            <a:ext cx="8203407"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381001" y="1808101"/>
            <a:ext cx="2483637"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header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381000" y="2295268"/>
            <a:ext cx="2483637"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654743809"/>
      </p:ext>
    </p:extLst>
  </p:cSld>
  <p:clrMapOvr>
    <a:masterClrMapping/>
  </p:clrMapOvr>
  <p:extLst>
    <p:ext uri="{DCECCB84-F9BA-43D5-87BE-67443E8EF086}">
      <p15:sldGuideLst xmlns:p15="http://schemas.microsoft.com/office/powerpoint/2012/main">
        <p15:guide id="1" pos="1824">
          <p15:clr>
            <a:srgbClr val="FBAE40"/>
          </p15:clr>
        </p15:guide>
        <p15:guide id="2" pos="22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1/3">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28181801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background">
            <a:extLst>
              <a:ext uri="{FF2B5EF4-FFF2-40B4-BE49-F238E27FC236}">
                <a16:creationId xmlns:a16="http://schemas.microsoft.com/office/drawing/2014/main" id="{35166E33-A786-3F71-10A6-FBA37563805B}"/>
              </a:ext>
            </a:extLst>
          </p:cNvPr>
          <p:cNvSpPr/>
          <p:nvPr userDrawn="1"/>
        </p:nvSpPr>
        <p:spPr>
          <a:xfrm>
            <a:off x="-1" y="0"/>
            <a:ext cx="4191015"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3436131" cy="332399"/>
          </a:xfrm>
          <a:prstGeom prst="rect">
            <a:avLst/>
          </a:prstGeom>
        </p:spPr>
        <p:txBody>
          <a:bodyPr vert="horz" wrap="square" lIns="0" tIns="0" rIns="0" bIns="0">
            <a:spAutoFit/>
          </a:bodyPr>
          <a:lstStyle>
            <a:lvl1pPr>
              <a:defRPr sz="2400" b="1" i="0">
                <a:latin typeface="+mj-lt"/>
              </a:defRPr>
            </a:lvl1pPr>
          </a:lstStyle>
          <a:p>
            <a:r>
              <a:rPr lang="en-US"/>
              <a:t>Place slide title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3436131"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4561293" y="1808101"/>
            <a:ext cx="7249709"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4561292" y="2295268"/>
            <a:ext cx="7249708"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4561294" y="6104016"/>
            <a:ext cx="7249709"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381001" y="1808101"/>
            <a:ext cx="3436131"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381000" y="2295268"/>
            <a:ext cx="343613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1188243"/>
      </p:ext>
    </p:extLst>
  </p:cSld>
  <p:clrMapOvr>
    <a:masterClrMapping/>
  </p:clrMapOvr>
  <p:extLst>
    <p:ext uri="{DCECCB84-F9BA-43D5-87BE-67443E8EF086}">
      <p15:sldGuideLst xmlns:p15="http://schemas.microsoft.com/office/powerpoint/2012/main">
        <p15:guide id="1" pos="2424">
          <p15:clr>
            <a:srgbClr val="FBAE40"/>
          </p15:clr>
        </p15:guide>
        <p15:guide id="2" pos="285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1/2">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15793476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background">
            <a:extLst>
              <a:ext uri="{FF2B5EF4-FFF2-40B4-BE49-F238E27FC236}">
                <a16:creationId xmlns:a16="http://schemas.microsoft.com/office/drawing/2014/main" id="{E581E626-9874-5267-9456-2631113CFEB0}"/>
              </a:ext>
            </a:extLst>
          </p:cNvPr>
          <p:cNvSpPr/>
          <p:nvPr userDrawn="1"/>
        </p:nvSpPr>
        <p:spPr>
          <a:xfrm>
            <a:off x="6095997" y="0"/>
            <a:ext cx="6096001"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genumber">
            <a:extLst>
              <a:ext uri="{FF2B5EF4-FFF2-40B4-BE49-F238E27FC236}">
                <a16:creationId xmlns:a16="http://schemas.microsoft.com/office/drawing/2014/main" id="{9DD86037-8708-1E0A-A4B2-63BBCD76F07D}"/>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4" name="copyright">
            <a:extLst>
              <a:ext uri="{FF2B5EF4-FFF2-40B4-BE49-F238E27FC236}">
                <a16:creationId xmlns:a16="http://schemas.microsoft.com/office/drawing/2014/main" id="{EE3FB45A-B1D8-9094-3462-68F4A880463F}"/>
              </a:ext>
            </a:extLst>
          </p:cNvPr>
          <p:cNvSpPr txBox="1"/>
          <p:nvPr userDrawn="1"/>
        </p:nvSpPr>
        <p:spPr>
          <a:xfrm>
            <a:off x="8123581" y="6481831"/>
            <a:ext cx="3216963" cy="153888"/>
          </a:xfrm>
          <a:prstGeom prst="rect">
            <a:avLst/>
          </a:prstGeom>
          <a:noFill/>
        </p:spPr>
        <p:txBody>
          <a:bodyPr wrap="square" lIns="0" tIns="0" rIns="0" bIns="0" rtlCol="0">
            <a:spAutoFit/>
          </a:bodyPr>
          <a:lstStyle/>
          <a:p>
            <a:pPr algn="r">
              <a:defRPr/>
            </a:pPr>
            <a:r>
              <a:rPr lang="en-US" sz="1000">
                <a:solidFill>
                  <a:schemeClr val="tx1"/>
                </a:solidFill>
              </a:rPr>
              <a:t>Copyright © 2025 Accenture. All rights reserved.</a:t>
            </a:r>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5343520" cy="332399"/>
          </a:xfrm>
          <a:prstGeom prst="rect">
            <a:avLst/>
          </a:prstGeom>
        </p:spPr>
        <p:txBody>
          <a:bodyPr vert="horz" wrap="square"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5343520"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1808101"/>
            <a:ext cx="5343521"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2295268"/>
            <a:ext cx="5343520"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5343521"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1808101"/>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2295268"/>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926DF378-1422-E942-1D86-35D0C45F9109}"/>
              </a:ext>
            </a:extLst>
          </p:cNvPr>
          <p:cNvPicPr>
            <a:picLocks noChangeAspect="1"/>
          </p:cNvPicPr>
          <p:nvPr userDrawn="1"/>
        </p:nvPicPr>
        <p:blipFill>
          <a:blip r:embed="rId5"/>
          <a:stretch>
            <a:fillRect/>
          </a:stretch>
        </p:blipFill>
        <p:spPr>
          <a:xfrm>
            <a:off x="11231662" y="136447"/>
            <a:ext cx="806251" cy="366907"/>
          </a:xfrm>
          <a:prstGeom prst="rect">
            <a:avLst/>
          </a:prstGeom>
        </p:spPr>
      </p:pic>
    </p:spTree>
    <p:extLst>
      <p:ext uri="{BB962C8B-B14F-4D97-AF65-F5344CB8AC3E}">
        <p14:creationId xmlns:p14="http://schemas.microsoft.com/office/powerpoint/2010/main" val="2448227596"/>
      </p:ext>
    </p:extLst>
  </p:cSld>
  <p:clrMapOvr>
    <a:masterClrMapping/>
  </p:clrMapOvr>
  <p:extLst>
    <p:ext uri="{DCECCB84-F9BA-43D5-87BE-67443E8EF086}">
      <p15:sldGuideLst xmlns:p15="http://schemas.microsoft.com/office/powerpoint/2012/main">
        <p15:guide id="1" pos="3624">
          <p15:clr>
            <a:srgbClr val="FBAE40"/>
          </p15:clr>
        </p15:guide>
        <p15:guide id="2" pos="40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2/3">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39580503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background">
            <a:extLst>
              <a:ext uri="{FF2B5EF4-FFF2-40B4-BE49-F238E27FC236}">
                <a16:creationId xmlns:a16="http://schemas.microsoft.com/office/drawing/2014/main" id="{414037D3-C17F-4D68-7D35-BF8316FC804E}"/>
              </a:ext>
            </a:extLst>
          </p:cNvPr>
          <p:cNvSpPr/>
          <p:nvPr userDrawn="1"/>
        </p:nvSpPr>
        <p:spPr>
          <a:xfrm>
            <a:off x="8000980" y="0"/>
            <a:ext cx="4191018"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genumber">
            <a:extLst>
              <a:ext uri="{FF2B5EF4-FFF2-40B4-BE49-F238E27FC236}">
                <a16:creationId xmlns:a16="http://schemas.microsoft.com/office/drawing/2014/main" id="{D534A9F5-1647-D909-2961-0A52DBF96F79}"/>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4" name="copyright">
            <a:extLst>
              <a:ext uri="{FF2B5EF4-FFF2-40B4-BE49-F238E27FC236}">
                <a16:creationId xmlns:a16="http://schemas.microsoft.com/office/drawing/2014/main" id="{218DE9ED-7E0E-4730-31B0-6DD0B697CFFA}"/>
              </a:ext>
            </a:extLst>
          </p:cNvPr>
          <p:cNvSpPr txBox="1"/>
          <p:nvPr userDrawn="1"/>
        </p:nvSpPr>
        <p:spPr>
          <a:xfrm>
            <a:off x="8372462" y="6481831"/>
            <a:ext cx="2968082" cy="153888"/>
          </a:xfrm>
          <a:prstGeom prst="rect">
            <a:avLst/>
          </a:prstGeom>
          <a:noFill/>
        </p:spPr>
        <p:txBody>
          <a:bodyPr wrap="square" lIns="0" tIns="0" rIns="0" bIns="0" rtlCol="0">
            <a:spAutoFit/>
          </a:bodyPr>
          <a:lstStyle/>
          <a:p>
            <a:pPr algn="r">
              <a:defRPr/>
            </a:pPr>
            <a:r>
              <a:rPr lang="en-US" sz="1000">
                <a:solidFill>
                  <a:schemeClr val="tx1"/>
                </a:solidFill>
              </a:rPr>
              <a:t>Copyright © 2025 Accenture. All rights reserved.</a:t>
            </a:r>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7248502" cy="332399"/>
          </a:xfrm>
          <a:prstGeom prst="rect">
            <a:avLst/>
          </a:prstGeom>
        </p:spPr>
        <p:txBody>
          <a:bodyPr vert="horz" wrap="square"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7248502"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1808101"/>
            <a:ext cx="7248503"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2295268"/>
            <a:ext cx="7248502"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7248503"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8372463" y="1808101"/>
            <a:ext cx="3436133"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8372462" y="2295268"/>
            <a:ext cx="3436133"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8209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lide-3/4">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1281024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 name="contrast">
            <a:extLst>
              <a:ext uri="{FF2B5EF4-FFF2-40B4-BE49-F238E27FC236}">
                <a16:creationId xmlns:a16="http://schemas.microsoft.com/office/drawing/2014/main" id="{76DC6E6D-A272-3134-B3A1-0160353A5BE0}"/>
              </a:ext>
            </a:extLst>
          </p:cNvPr>
          <p:cNvSpPr/>
          <p:nvPr userDrawn="1">
            <p:custDataLst>
              <p:tags r:id="rId2"/>
            </p:custDataLst>
          </p:nvPr>
        </p:nvSpPr>
        <p:spPr bwMode="ltGray">
          <a:xfrm>
            <a:off x="5724520" y="6477000"/>
            <a:ext cx="6084076" cy="276999"/>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5" name="background">
            <a:extLst>
              <a:ext uri="{FF2B5EF4-FFF2-40B4-BE49-F238E27FC236}">
                <a16:creationId xmlns:a16="http://schemas.microsoft.com/office/drawing/2014/main" id="{C1064FA5-4A32-E796-9268-3BC22B801C96}"/>
              </a:ext>
            </a:extLst>
          </p:cNvPr>
          <p:cNvSpPr/>
          <p:nvPr userDrawn="1"/>
        </p:nvSpPr>
        <p:spPr>
          <a:xfrm>
            <a:off x="8579613" y="0"/>
            <a:ext cx="3612386"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8198612" cy="332399"/>
          </a:xfrm>
          <a:prstGeom prst="rect">
            <a:avLst/>
          </a:prstGeom>
        </p:spPr>
        <p:txBody>
          <a:bodyPr vert="horz" wrap="square"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8198612"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1808101"/>
            <a:ext cx="8198615"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0999" y="2295268"/>
            <a:ext cx="8198613"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8198615"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9142794" y="1808101"/>
            <a:ext cx="2486023"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header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9142793" y="2295268"/>
            <a:ext cx="2486023"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p:txBody>
      </p:sp>
      <p:sp>
        <p:nvSpPr>
          <p:cNvPr id="11" name="pagenumber">
            <a:extLst>
              <a:ext uri="{FF2B5EF4-FFF2-40B4-BE49-F238E27FC236}">
                <a16:creationId xmlns:a16="http://schemas.microsoft.com/office/drawing/2014/main" id="{5DC68A3D-C830-3C85-EC81-F063083FCB3B}"/>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4" name="copyright">
            <a:extLst>
              <a:ext uri="{FF2B5EF4-FFF2-40B4-BE49-F238E27FC236}">
                <a16:creationId xmlns:a16="http://schemas.microsoft.com/office/drawing/2014/main" id="{098B7C2A-5886-B544-CBCF-280AC09EEE04}"/>
              </a:ext>
            </a:extLst>
          </p:cNvPr>
          <p:cNvSpPr txBox="1"/>
          <p:nvPr userDrawn="1"/>
        </p:nvSpPr>
        <p:spPr>
          <a:xfrm>
            <a:off x="8579612" y="6481832"/>
            <a:ext cx="2760931" cy="153888"/>
          </a:xfrm>
          <a:prstGeom prst="rect">
            <a:avLst/>
          </a:prstGeom>
          <a:noFill/>
        </p:spPr>
        <p:txBody>
          <a:bodyPr wrap="square" lIns="0" tIns="0" rIns="0" bIns="0" rtlCol="0" anchor="t">
            <a:spAutoFit/>
          </a:bodyPr>
          <a:lstStyle/>
          <a:p>
            <a:pPr algn="r">
              <a:defRPr/>
            </a:pPr>
            <a:r>
              <a:rPr lang="en-US" sz="1000">
                <a:solidFill>
                  <a:schemeClr val="tx1"/>
                </a:solidFill>
              </a:rPr>
              <a:t>Copyright © 2025 Accenture. All rights reserved.</a:t>
            </a:r>
          </a:p>
        </p:txBody>
      </p:sp>
    </p:spTree>
    <p:extLst>
      <p:ext uri="{BB962C8B-B14F-4D97-AF65-F5344CB8AC3E}">
        <p14:creationId xmlns:p14="http://schemas.microsoft.com/office/powerpoint/2010/main" val="2288585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Back">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15175584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6" name="logo-firm">
            <a:extLst>
              <a:ext uri="{FF2B5EF4-FFF2-40B4-BE49-F238E27FC236}">
                <a16:creationId xmlns:a16="http://schemas.microsoft.com/office/drawing/2014/main" id="{403A96E2-21C4-548B-5DED-7D396836D2C3}"/>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0999" y="3096602"/>
            <a:ext cx="11427595" cy="664797"/>
          </a:xfrm>
          <a:prstGeom prst="rect">
            <a:avLst/>
          </a:prstGeom>
        </p:spPr>
        <p:txBody>
          <a:bodyPr vert="horz" wrap="square" lIns="0" tIns="0" rIns="0" bIns="0">
            <a:spAutoFit/>
          </a:bodyPr>
          <a:lstStyle>
            <a:lvl1pPr algn="ctr">
              <a:defRPr sz="4800" b="1" i="0">
                <a:solidFill>
                  <a:schemeClr val="tx1"/>
                </a:solidFill>
                <a:latin typeface="+mj-lt"/>
              </a:defRPr>
            </a:lvl1pPr>
          </a:lstStyle>
          <a:p>
            <a:r>
              <a:rPr lang="en-US"/>
              <a:t>Place presentation outro here (48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7335867"/>
            <a:ext cx="5343521" cy="249299"/>
          </a:xfrm>
          <a:prstGeom prst="rect">
            <a:avLst/>
          </a:prstGeom>
        </p:spPr>
        <p:txBody>
          <a:bodyPr wrap="square" lIns="0" tIns="0" rIns="0" bIns="0" anchor="b">
            <a:sp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7823034"/>
            <a:ext cx="5343520" cy="2442187"/>
          </a:xfrm>
          <a:prstGeom prst="rect">
            <a:avLst/>
          </a:prstGeom>
        </p:spPr>
        <p:txBody>
          <a:bodyPr/>
          <a:lstStyle>
            <a:lvl1pPr marL="285750" indent="-285750">
              <a:buFont typeface="Arial" panose="020B0604020202020204" pitchFamily="34" charset="0"/>
              <a:buChar cha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5" name="Text Placeholder 5">
            <a:extLst>
              <a:ext uri="{FF2B5EF4-FFF2-40B4-BE49-F238E27FC236}">
                <a16:creationId xmlns:a16="http://schemas.microsoft.com/office/drawing/2014/main" id="{D8D15877-E627-FE19-B9CF-8E1AD8DAEAC3}"/>
              </a:ext>
            </a:extLst>
          </p:cNvPr>
          <p:cNvSpPr>
            <a:spLocks noGrp="1"/>
          </p:cNvSpPr>
          <p:nvPr>
            <p:ph type="body" idx="18" hasCustomPrompt="1"/>
          </p:nvPr>
        </p:nvSpPr>
        <p:spPr>
          <a:xfrm>
            <a:off x="380998" y="10503089"/>
            <a:ext cx="5343521" cy="138499"/>
          </a:xfrm>
          <a:prstGeom prst="rect">
            <a:avLst/>
          </a:prstGeom>
        </p:spPr>
        <p:txBody>
          <a:bodyPr wrap="square" lIns="0" tIns="0" rIns="0" bIns="0" anchor="t">
            <a:spAutoFit/>
          </a:bodyPr>
          <a:lstStyle>
            <a:lvl1pPr marL="0" indent="0">
              <a:buNone/>
              <a:defRPr sz="10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335867"/>
            <a:ext cx="5343521" cy="249299"/>
          </a:xfrm>
          <a:prstGeom prst="rect">
            <a:avLst/>
          </a:prstGeom>
        </p:spPr>
        <p:txBody>
          <a:bodyPr lIns="0" tIns="0" rIns="0" bIns="0" anchor="b">
            <a:sp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823034"/>
            <a:ext cx="5343521" cy="2442187"/>
          </a:xfrm>
          <a:prstGeom prst="rect">
            <a:avLst/>
          </a:prstGeo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2432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efaul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B136279-E5FB-4D95-1111-FFA9B7E1E3C7}"/>
              </a:ext>
            </a:extLst>
          </p:cNvPr>
          <p:cNvGraphicFramePr>
            <a:graphicFrameLocks noChangeAspect="1"/>
          </p:cNvGraphicFramePr>
          <p:nvPr userDrawn="1">
            <p:custDataLst>
              <p:tags r:id="rId1"/>
            </p:custDataLst>
            <p:extLst>
              <p:ext uri="{D42A27DB-BD31-4B8C-83A1-F6EECF244321}">
                <p14:modId xmlns:p14="http://schemas.microsoft.com/office/powerpoint/2010/main" val="5915585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6" name="think-cell data - do not delete" hidden="1">
                        <a:extLst>
                          <a:ext uri="{FF2B5EF4-FFF2-40B4-BE49-F238E27FC236}">
                            <a16:creationId xmlns:a16="http://schemas.microsoft.com/office/drawing/2014/main" id="{2B136279-E5FB-4D95-1111-FFA9B7E1E3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ackground">
            <a:extLst>
              <a:ext uri="{FF2B5EF4-FFF2-40B4-BE49-F238E27FC236}">
                <a16:creationId xmlns:a16="http://schemas.microsoft.com/office/drawing/2014/main" id="{1382D782-6979-D50A-6C36-719E0E2A0B40}"/>
              </a:ext>
            </a:extLst>
          </p:cNvPr>
          <p:cNvSpPr/>
          <p:nvPr userDrawn="1"/>
        </p:nvSpPr>
        <p:spPr>
          <a:xfrm>
            <a:off x="7614413" y="6200774"/>
            <a:ext cx="3612386" cy="6572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7940040" cy="295466"/>
          </a:xfrm>
        </p:spPr>
        <p:txBody>
          <a:bodyPr vert="horz">
            <a:noAutofit/>
          </a:bodyPr>
          <a:lstStyle>
            <a:lvl1pPr marL="0" indent="0" rtl="0">
              <a:buFont typeface="Arial" panose="020B0604020202020204" pitchFamily="34" charset="0"/>
              <a:buNone/>
              <a:defRPr sz="2400" b="1"/>
            </a:lvl1pPr>
          </a:lstStyle>
          <a:p>
            <a:r>
              <a:rPr lang="es-ES_tradnl"/>
              <a:t>Place </a:t>
            </a:r>
            <a:r>
              <a:rPr lang="es-ES_tradnl" err="1"/>
              <a:t>headline</a:t>
            </a:r>
            <a:r>
              <a:rPr lang="es-ES_tradnl"/>
              <a:t> </a:t>
            </a:r>
            <a:r>
              <a:rPr lang="es-ES_tradnl" err="1"/>
              <a:t>here</a:t>
            </a:r>
            <a:r>
              <a:rPr lang="es-ES_tradnl"/>
              <a:t> (24pt)</a:t>
            </a:r>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2215070"/>
            <a:ext cx="11430000" cy="3836833"/>
          </a:xfrm>
        </p:spPr>
        <p:txBody>
          <a:bodyPr>
            <a:noAutofit/>
          </a:bodyPr>
          <a:lstStyle>
            <a:lvl1pPr marL="0" indent="0" rtl="0">
              <a:buNone/>
              <a:defRPr sz="1600"/>
            </a:lvl1pPr>
          </a:lstStyle>
          <a:p>
            <a:pPr lvl="0"/>
            <a:r>
              <a:rPr lang="es-ES_tradnl"/>
              <a:t>Place </a:t>
            </a:r>
            <a:r>
              <a:rPr lang="es-ES_tradnl" err="1"/>
              <a:t>content</a:t>
            </a:r>
            <a:r>
              <a:rPr lang="es-ES_tradnl"/>
              <a:t> </a:t>
            </a:r>
            <a:r>
              <a:rPr lang="es-ES_tradnl" err="1"/>
              <a:t>here</a:t>
            </a:r>
            <a:r>
              <a:rPr lang="es-ES_tradnl"/>
              <a:t> (16pt)</a:t>
            </a:r>
          </a:p>
        </p:txBody>
      </p:sp>
      <p:sp>
        <p:nvSpPr>
          <p:cNvPr id="4" name="Text Placeholder 3">
            <a:extLst>
              <a:ext uri="{FF2B5EF4-FFF2-40B4-BE49-F238E27FC236}">
                <a16:creationId xmlns:a16="http://schemas.microsoft.com/office/drawing/2014/main" id="{535CD0A4-73BB-967F-F123-D6325955E5A0}"/>
              </a:ext>
            </a:extLst>
          </p:cNvPr>
          <p:cNvSpPr>
            <a:spLocks noGrp="1"/>
          </p:cNvSpPr>
          <p:nvPr>
            <p:ph type="body" sz="quarter" idx="11" hasCustomPrompt="1"/>
          </p:nvPr>
        </p:nvSpPr>
        <p:spPr>
          <a:xfrm>
            <a:off x="381000" y="785703"/>
            <a:ext cx="8001000" cy="307777"/>
          </a:xfrm>
        </p:spPr>
        <p:txBody>
          <a:bodyPr>
            <a:noAutofit/>
          </a:bodyPr>
          <a:lstStyle>
            <a:lvl1pPr marL="0" indent="0" rtl="0">
              <a:buNone/>
              <a:defRPr sz="20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s-ES_tradnl"/>
              <a:t>Place </a:t>
            </a:r>
            <a:r>
              <a:rPr lang="es-ES_tradnl" err="1"/>
              <a:t>sub-headline</a:t>
            </a:r>
            <a:r>
              <a:rPr lang="es-ES_tradnl"/>
              <a:t> </a:t>
            </a:r>
            <a:r>
              <a:rPr lang="es-ES_tradnl" err="1"/>
              <a:t>here</a:t>
            </a:r>
            <a:r>
              <a:rPr lang="es-ES_tradnl"/>
              <a:t> up </a:t>
            </a:r>
            <a:r>
              <a:rPr lang="es-ES_tradnl" err="1"/>
              <a:t>to</a:t>
            </a:r>
            <a:r>
              <a:rPr lang="es-ES_tradnl"/>
              <a:t> </a:t>
            </a:r>
            <a:r>
              <a:rPr lang="es-ES_tradnl" err="1"/>
              <a:t>two</a:t>
            </a:r>
            <a:r>
              <a:rPr lang="es-ES_tradnl"/>
              <a:t> </a:t>
            </a:r>
            <a:r>
              <a:rPr lang="es-ES_tradnl" err="1"/>
              <a:t>lines</a:t>
            </a:r>
            <a:r>
              <a:rPr lang="es-ES_tradnl"/>
              <a:t> </a:t>
            </a:r>
            <a:r>
              <a:rPr lang="es-ES_tradnl" err="1"/>
              <a:t>maximum</a:t>
            </a:r>
            <a:r>
              <a:rPr lang="es-ES_tradnl"/>
              <a:t> (20pt)</a:t>
            </a:r>
          </a:p>
        </p:txBody>
      </p:sp>
      <p:sp>
        <p:nvSpPr>
          <p:cNvPr id="5" name="Text Placeholder 5">
            <a:extLst>
              <a:ext uri="{FF2B5EF4-FFF2-40B4-BE49-F238E27FC236}">
                <a16:creationId xmlns:a16="http://schemas.microsoft.com/office/drawing/2014/main" id="{82D5ED91-9B0D-089C-6F8D-30A6B99E88F4}"/>
              </a:ext>
            </a:extLst>
          </p:cNvPr>
          <p:cNvSpPr>
            <a:spLocks noGrp="1"/>
          </p:cNvSpPr>
          <p:nvPr>
            <p:ph type="body" sz="quarter" idx="55" hasCustomPrompt="1"/>
          </p:nvPr>
        </p:nvSpPr>
        <p:spPr>
          <a:xfrm>
            <a:off x="381000" y="164915"/>
            <a:ext cx="11430000" cy="153888"/>
          </a:xfrm>
        </p:spPr>
        <p:txBody>
          <a:bodyPr>
            <a:noAutofit/>
          </a:bodyPr>
          <a:lstStyle>
            <a:lvl1pPr marL="0" indent="0" rtl="0">
              <a:buNone/>
              <a:defRPr sz="1000" cap="all" baseline="0">
                <a:solidFill>
                  <a:schemeClr val="accent1"/>
                </a:solidFill>
              </a:defRPr>
            </a:lvl1pPr>
            <a:lvl2pPr>
              <a:defRPr sz="1600" cap="all" baseline="0"/>
            </a:lvl2pPr>
            <a:lvl3pPr>
              <a:defRPr sz="1600" cap="all" baseline="0"/>
            </a:lvl3pPr>
            <a:lvl4pPr>
              <a:defRPr sz="1600" cap="all" baseline="0"/>
            </a:lvl4pPr>
            <a:lvl5pPr>
              <a:defRPr sz="1600" cap="all" baseline="0"/>
            </a:lvl5pPr>
          </a:lstStyle>
          <a:p>
            <a:pPr lvl="0"/>
            <a:r>
              <a:rPr lang="es-ES_tradnl" err="1"/>
              <a:t>Section</a:t>
            </a:r>
            <a:r>
              <a:rPr lang="es-ES_tradnl"/>
              <a:t> </a:t>
            </a:r>
            <a:r>
              <a:rPr lang="es-ES_tradnl" err="1"/>
              <a:t>Title</a:t>
            </a:r>
            <a:r>
              <a:rPr lang="es-ES_tradnl"/>
              <a:t> (10pt)</a:t>
            </a:r>
          </a:p>
        </p:txBody>
      </p:sp>
      <p:sp>
        <p:nvSpPr>
          <p:cNvPr id="9" name="Content Placeholder 7">
            <a:extLst>
              <a:ext uri="{FF2B5EF4-FFF2-40B4-BE49-F238E27FC236}">
                <a16:creationId xmlns:a16="http://schemas.microsoft.com/office/drawing/2014/main" id="{EC81218E-1C75-C114-95A3-7ECA035D0B5E}"/>
              </a:ext>
            </a:extLst>
          </p:cNvPr>
          <p:cNvSpPr>
            <a:spLocks noGrp="1"/>
          </p:cNvSpPr>
          <p:nvPr>
            <p:ph sz="quarter" idx="56" hasCustomPrompt="1"/>
          </p:nvPr>
        </p:nvSpPr>
        <p:spPr>
          <a:xfrm>
            <a:off x="381000" y="1808163"/>
            <a:ext cx="11430000" cy="313350"/>
          </a:xfrm>
        </p:spPr>
        <p:txBody>
          <a:bodyPr bIns="36000">
            <a:noAutofit/>
          </a:bodyPr>
          <a:lstStyle>
            <a:lvl1pPr marL="0" indent="0" rtl="0">
              <a:buNone/>
              <a:defRPr sz="1800" b="1">
                <a:solidFill>
                  <a:schemeClr val="accent4"/>
                </a:solidFill>
              </a:defRPr>
            </a:lvl1pPr>
          </a:lstStyle>
          <a:p>
            <a:pPr lvl="0"/>
            <a:r>
              <a:rPr lang="es-ES_tradnl"/>
              <a:t>Place figures, </a:t>
            </a:r>
            <a:r>
              <a:rPr lang="es-ES_tradnl" err="1"/>
              <a:t>facts</a:t>
            </a:r>
            <a:r>
              <a:rPr lang="es-ES_tradnl"/>
              <a:t> and </a:t>
            </a:r>
            <a:r>
              <a:rPr lang="es-ES_tradnl" err="1"/>
              <a:t>insights</a:t>
            </a:r>
            <a:r>
              <a:rPr lang="es-ES_tradnl"/>
              <a:t> </a:t>
            </a:r>
            <a:r>
              <a:rPr lang="es-ES_tradnl" err="1"/>
              <a:t>here</a:t>
            </a:r>
            <a:r>
              <a:rPr lang="es-ES_tradnl"/>
              <a:t> (18pt)</a:t>
            </a:r>
          </a:p>
        </p:txBody>
      </p:sp>
      <p:sp>
        <p:nvSpPr>
          <p:cNvPr id="12" name="Text Placeholder 11">
            <a:extLst>
              <a:ext uri="{FF2B5EF4-FFF2-40B4-BE49-F238E27FC236}">
                <a16:creationId xmlns:a16="http://schemas.microsoft.com/office/drawing/2014/main" id="{72999186-D1B4-C82E-7BAD-4FEFE61AF2DE}"/>
              </a:ext>
            </a:extLst>
          </p:cNvPr>
          <p:cNvSpPr>
            <a:spLocks noGrp="1"/>
          </p:cNvSpPr>
          <p:nvPr>
            <p:ph type="body" sz="quarter" idx="57" hasCustomPrompt="1"/>
          </p:nvPr>
        </p:nvSpPr>
        <p:spPr>
          <a:xfrm>
            <a:off x="381000" y="6200775"/>
            <a:ext cx="11430000" cy="149225"/>
          </a:xfrm>
        </p:spPr>
        <p:txBody>
          <a:bodyPr>
            <a:noAutofit/>
          </a:bodyPr>
          <a:lstStyle>
            <a:lvl1pPr rtl="0">
              <a:defRPr sz="800"/>
            </a:lvl1pPr>
            <a:lvl2pPr>
              <a:defRPr sz="800"/>
            </a:lvl2pPr>
            <a:lvl3pPr>
              <a:defRPr sz="800"/>
            </a:lvl3pPr>
            <a:lvl4pPr>
              <a:defRPr sz="800"/>
            </a:lvl4pPr>
            <a:lvl5pPr>
              <a:defRPr sz="800"/>
            </a:lvl5pPr>
          </a:lstStyle>
          <a:p>
            <a:pPr lvl="0"/>
            <a:r>
              <a:rPr lang="es-ES_tradnl"/>
              <a:t>Place </a:t>
            </a:r>
            <a:r>
              <a:rPr lang="es-ES_tradnl" err="1"/>
              <a:t>footnotes</a:t>
            </a:r>
            <a:r>
              <a:rPr lang="es-ES_tradnl"/>
              <a:t> </a:t>
            </a:r>
            <a:r>
              <a:rPr lang="es-ES_tradnl" err="1"/>
              <a:t>here</a:t>
            </a:r>
            <a:r>
              <a:rPr lang="es-ES_tradnl"/>
              <a:t> (8pt)</a:t>
            </a:r>
          </a:p>
        </p:txBody>
      </p:sp>
      <p:sp>
        <p:nvSpPr>
          <p:cNvPr id="3" name="background">
            <a:extLst>
              <a:ext uri="{FF2B5EF4-FFF2-40B4-BE49-F238E27FC236}">
                <a16:creationId xmlns:a16="http://schemas.microsoft.com/office/drawing/2014/main" id="{E66E3781-9802-0C14-B154-2A941545C5F6}"/>
              </a:ext>
            </a:extLst>
          </p:cNvPr>
          <p:cNvSpPr/>
          <p:nvPr userDrawn="1"/>
        </p:nvSpPr>
        <p:spPr>
          <a:xfrm>
            <a:off x="8579613" y="0"/>
            <a:ext cx="3612386"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genumber">
            <a:extLst>
              <a:ext uri="{FF2B5EF4-FFF2-40B4-BE49-F238E27FC236}">
                <a16:creationId xmlns:a16="http://schemas.microsoft.com/office/drawing/2014/main" id="{A3E0905A-BC7C-1027-2E00-61768A7B43D8}"/>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4" name="copyright">
            <a:extLst>
              <a:ext uri="{FF2B5EF4-FFF2-40B4-BE49-F238E27FC236}">
                <a16:creationId xmlns:a16="http://schemas.microsoft.com/office/drawing/2014/main" id="{D199CF0C-7F9D-9868-7059-580A4CF60B0F}"/>
              </a:ext>
            </a:extLst>
          </p:cNvPr>
          <p:cNvSpPr txBox="1"/>
          <p:nvPr userDrawn="1"/>
        </p:nvSpPr>
        <p:spPr>
          <a:xfrm>
            <a:off x="8839200" y="6385308"/>
            <a:ext cx="2501344" cy="307777"/>
          </a:xfrm>
          <a:prstGeom prst="rect">
            <a:avLst/>
          </a:prstGeom>
          <a:noFill/>
        </p:spPr>
        <p:txBody>
          <a:bodyPr wrap="square" lIns="0" tIns="0" rIns="0" bIns="0" rtlCol="0">
            <a:spAutoFit/>
          </a:bodyPr>
          <a:lstStyle/>
          <a:p>
            <a:pPr algn="r">
              <a:defRPr/>
            </a:pPr>
            <a:r>
              <a:rPr lang="en-US" sz="1000">
                <a:solidFill>
                  <a:schemeClr val="tx1"/>
                </a:solidFill>
              </a:rPr>
              <a:t>Copyright © 2025 MASORANGE &amp; Accenture. All rights reserved.</a:t>
            </a:r>
          </a:p>
        </p:txBody>
      </p:sp>
    </p:spTree>
    <p:extLst>
      <p:ext uri="{BB962C8B-B14F-4D97-AF65-F5344CB8AC3E}">
        <p14:creationId xmlns:p14="http://schemas.microsoft.com/office/powerpoint/2010/main" val="3164418250"/>
      </p:ext>
    </p:extLst>
  </p:cSld>
  <p:clrMapOvr>
    <a:masterClrMapping/>
  </p:clrMapOvr>
  <p:extLst>
    <p:ext uri="{DCECCB84-F9BA-43D5-87BE-67443E8EF086}">
      <p15:sldGuideLst xmlns:p15="http://schemas.microsoft.com/office/powerpoint/2012/main">
        <p15:guide id="1" orient="horz" pos="890">
          <p15:clr>
            <a:srgbClr val="5ACBF0"/>
          </p15:clr>
        </p15:guide>
        <p15:guide id="2" orient="horz" pos="138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Defaul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B136279-E5FB-4D95-1111-FFA9B7E1E3C7}"/>
              </a:ext>
            </a:extLst>
          </p:cNvPr>
          <p:cNvGraphicFramePr>
            <a:graphicFrameLocks noChangeAspect="1"/>
          </p:cNvGraphicFramePr>
          <p:nvPr userDrawn="1">
            <p:custDataLst>
              <p:tags r:id="rId1"/>
            </p:custDataLst>
            <p:extLst>
              <p:ext uri="{D42A27DB-BD31-4B8C-83A1-F6EECF244321}">
                <p14:modId xmlns:p14="http://schemas.microsoft.com/office/powerpoint/2010/main" val="37040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6" name="think-cell data - do not delete" hidden="1">
                        <a:extLst>
                          <a:ext uri="{FF2B5EF4-FFF2-40B4-BE49-F238E27FC236}">
                            <a16:creationId xmlns:a16="http://schemas.microsoft.com/office/drawing/2014/main" id="{2B136279-E5FB-4D95-1111-FFA9B7E1E3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background">
            <a:extLst>
              <a:ext uri="{FF2B5EF4-FFF2-40B4-BE49-F238E27FC236}">
                <a16:creationId xmlns:a16="http://schemas.microsoft.com/office/drawing/2014/main" id="{114A1843-EA7B-F19D-784B-468EEF90E1B4}"/>
              </a:ext>
            </a:extLst>
          </p:cNvPr>
          <p:cNvSpPr/>
          <p:nvPr userDrawn="1"/>
        </p:nvSpPr>
        <p:spPr>
          <a:xfrm>
            <a:off x="0" y="0"/>
            <a:ext cx="4235570"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7940040" cy="295466"/>
          </a:xfrm>
        </p:spPr>
        <p:txBody>
          <a:bodyPr vert="horz">
            <a:noAutofit/>
          </a:bodyPr>
          <a:lstStyle>
            <a:lvl1pPr marL="0" indent="0" rtl="0">
              <a:buFont typeface="Arial" panose="020B0604020202020204" pitchFamily="34" charset="0"/>
              <a:buNone/>
              <a:defRPr sz="2400" b="1"/>
            </a:lvl1pPr>
          </a:lstStyle>
          <a:p>
            <a:r>
              <a:rPr lang="es-ES_tradnl"/>
              <a:t>Place </a:t>
            </a:r>
            <a:r>
              <a:rPr lang="es-ES_tradnl" err="1"/>
              <a:t>headline</a:t>
            </a:r>
            <a:r>
              <a:rPr lang="es-ES_tradnl"/>
              <a:t> </a:t>
            </a:r>
            <a:r>
              <a:rPr lang="es-ES_tradnl" err="1"/>
              <a:t>here</a:t>
            </a:r>
            <a:r>
              <a:rPr lang="es-ES_tradnl"/>
              <a:t> (24pt)</a:t>
            </a:r>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2215070"/>
            <a:ext cx="11430000" cy="3836833"/>
          </a:xfrm>
        </p:spPr>
        <p:txBody>
          <a:bodyPr>
            <a:noAutofit/>
          </a:bodyPr>
          <a:lstStyle>
            <a:lvl1pPr marL="0" indent="0" rtl="0">
              <a:buNone/>
              <a:defRPr sz="1600"/>
            </a:lvl1pPr>
          </a:lstStyle>
          <a:p>
            <a:pPr lvl="0"/>
            <a:r>
              <a:rPr lang="es-ES_tradnl"/>
              <a:t>Place </a:t>
            </a:r>
            <a:r>
              <a:rPr lang="es-ES_tradnl" err="1"/>
              <a:t>content</a:t>
            </a:r>
            <a:r>
              <a:rPr lang="es-ES_tradnl"/>
              <a:t> </a:t>
            </a:r>
            <a:r>
              <a:rPr lang="es-ES_tradnl" err="1"/>
              <a:t>here</a:t>
            </a:r>
            <a:r>
              <a:rPr lang="es-ES_tradnl"/>
              <a:t> (16pt)</a:t>
            </a:r>
          </a:p>
        </p:txBody>
      </p:sp>
      <p:sp>
        <p:nvSpPr>
          <p:cNvPr id="4" name="Text Placeholder 3">
            <a:extLst>
              <a:ext uri="{FF2B5EF4-FFF2-40B4-BE49-F238E27FC236}">
                <a16:creationId xmlns:a16="http://schemas.microsoft.com/office/drawing/2014/main" id="{535CD0A4-73BB-967F-F123-D6325955E5A0}"/>
              </a:ext>
            </a:extLst>
          </p:cNvPr>
          <p:cNvSpPr>
            <a:spLocks noGrp="1"/>
          </p:cNvSpPr>
          <p:nvPr>
            <p:ph type="body" sz="quarter" idx="11" hasCustomPrompt="1"/>
          </p:nvPr>
        </p:nvSpPr>
        <p:spPr>
          <a:xfrm>
            <a:off x="381000" y="785703"/>
            <a:ext cx="8001000" cy="307777"/>
          </a:xfrm>
        </p:spPr>
        <p:txBody>
          <a:bodyPr>
            <a:noAutofit/>
          </a:bodyPr>
          <a:lstStyle>
            <a:lvl1pPr marL="0" indent="0" rtl="0">
              <a:buNone/>
              <a:defRPr sz="20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s-ES_tradnl"/>
              <a:t>Place </a:t>
            </a:r>
            <a:r>
              <a:rPr lang="es-ES_tradnl" err="1"/>
              <a:t>sub-headline</a:t>
            </a:r>
            <a:r>
              <a:rPr lang="es-ES_tradnl"/>
              <a:t> </a:t>
            </a:r>
            <a:r>
              <a:rPr lang="es-ES_tradnl" err="1"/>
              <a:t>here</a:t>
            </a:r>
            <a:r>
              <a:rPr lang="es-ES_tradnl"/>
              <a:t> up </a:t>
            </a:r>
            <a:r>
              <a:rPr lang="es-ES_tradnl" err="1"/>
              <a:t>to</a:t>
            </a:r>
            <a:r>
              <a:rPr lang="es-ES_tradnl"/>
              <a:t> </a:t>
            </a:r>
            <a:r>
              <a:rPr lang="es-ES_tradnl" err="1"/>
              <a:t>two</a:t>
            </a:r>
            <a:r>
              <a:rPr lang="es-ES_tradnl"/>
              <a:t> </a:t>
            </a:r>
            <a:r>
              <a:rPr lang="es-ES_tradnl" err="1"/>
              <a:t>lines</a:t>
            </a:r>
            <a:r>
              <a:rPr lang="es-ES_tradnl"/>
              <a:t> </a:t>
            </a:r>
            <a:r>
              <a:rPr lang="es-ES_tradnl" err="1"/>
              <a:t>maximum</a:t>
            </a:r>
            <a:r>
              <a:rPr lang="es-ES_tradnl"/>
              <a:t> (20pt)</a:t>
            </a:r>
          </a:p>
        </p:txBody>
      </p:sp>
      <p:sp>
        <p:nvSpPr>
          <p:cNvPr id="5" name="Text Placeholder 5">
            <a:extLst>
              <a:ext uri="{FF2B5EF4-FFF2-40B4-BE49-F238E27FC236}">
                <a16:creationId xmlns:a16="http://schemas.microsoft.com/office/drawing/2014/main" id="{82D5ED91-9B0D-089C-6F8D-30A6B99E88F4}"/>
              </a:ext>
            </a:extLst>
          </p:cNvPr>
          <p:cNvSpPr>
            <a:spLocks noGrp="1"/>
          </p:cNvSpPr>
          <p:nvPr>
            <p:ph type="body" sz="quarter" idx="55" hasCustomPrompt="1"/>
          </p:nvPr>
        </p:nvSpPr>
        <p:spPr>
          <a:xfrm>
            <a:off x="381000" y="164915"/>
            <a:ext cx="11430000" cy="153888"/>
          </a:xfrm>
        </p:spPr>
        <p:txBody>
          <a:bodyPr>
            <a:noAutofit/>
          </a:bodyPr>
          <a:lstStyle>
            <a:lvl1pPr marL="0" indent="0" rtl="0">
              <a:buNone/>
              <a:defRPr sz="1000" cap="all" baseline="0">
                <a:solidFill>
                  <a:schemeClr val="accent1"/>
                </a:solidFill>
              </a:defRPr>
            </a:lvl1pPr>
            <a:lvl2pPr>
              <a:defRPr sz="1600" cap="all" baseline="0"/>
            </a:lvl2pPr>
            <a:lvl3pPr>
              <a:defRPr sz="1600" cap="all" baseline="0"/>
            </a:lvl3pPr>
            <a:lvl4pPr>
              <a:defRPr sz="1600" cap="all" baseline="0"/>
            </a:lvl4pPr>
            <a:lvl5pPr>
              <a:defRPr sz="1600" cap="all" baseline="0"/>
            </a:lvl5pPr>
          </a:lstStyle>
          <a:p>
            <a:pPr lvl="0"/>
            <a:r>
              <a:rPr lang="es-ES_tradnl" err="1"/>
              <a:t>Section</a:t>
            </a:r>
            <a:r>
              <a:rPr lang="es-ES_tradnl"/>
              <a:t> </a:t>
            </a:r>
            <a:r>
              <a:rPr lang="es-ES_tradnl" err="1"/>
              <a:t>Title</a:t>
            </a:r>
            <a:r>
              <a:rPr lang="es-ES_tradnl"/>
              <a:t> (10pt)</a:t>
            </a:r>
          </a:p>
        </p:txBody>
      </p:sp>
      <p:sp>
        <p:nvSpPr>
          <p:cNvPr id="9" name="Content Placeholder 7">
            <a:extLst>
              <a:ext uri="{FF2B5EF4-FFF2-40B4-BE49-F238E27FC236}">
                <a16:creationId xmlns:a16="http://schemas.microsoft.com/office/drawing/2014/main" id="{EC81218E-1C75-C114-95A3-7ECA035D0B5E}"/>
              </a:ext>
            </a:extLst>
          </p:cNvPr>
          <p:cNvSpPr>
            <a:spLocks noGrp="1"/>
          </p:cNvSpPr>
          <p:nvPr>
            <p:ph sz="quarter" idx="56" hasCustomPrompt="1"/>
          </p:nvPr>
        </p:nvSpPr>
        <p:spPr>
          <a:xfrm>
            <a:off x="381000" y="1808163"/>
            <a:ext cx="11430000" cy="313350"/>
          </a:xfrm>
        </p:spPr>
        <p:txBody>
          <a:bodyPr bIns="36000">
            <a:noAutofit/>
          </a:bodyPr>
          <a:lstStyle>
            <a:lvl1pPr marL="0" indent="0" rtl="0">
              <a:buNone/>
              <a:defRPr sz="1800" b="1">
                <a:solidFill>
                  <a:schemeClr val="accent4"/>
                </a:solidFill>
              </a:defRPr>
            </a:lvl1pPr>
          </a:lstStyle>
          <a:p>
            <a:pPr lvl="0"/>
            <a:r>
              <a:rPr lang="es-ES_tradnl"/>
              <a:t>Place figures, </a:t>
            </a:r>
            <a:r>
              <a:rPr lang="es-ES_tradnl" err="1"/>
              <a:t>facts</a:t>
            </a:r>
            <a:r>
              <a:rPr lang="es-ES_tradnl"/>
              <a:t> and </a:t>
            </a:r>
            <a:r>
              <a:rPr lang="es-ES_tradnl" err="1"/>
              <a:t>insights</a:t>
            </a:r>
            <a:r>
              <a:rPr lang="es-ES_tradnl"/>
              <a:t> </a:t>
            </a:r>
            <a:r>
              <a:rPr lang="es-ES_tradnl" err="1"/>
              <a:t>here</a:t>
            </a:r>
            <a:r>
              <a:rPr lang="es-ES_tradnl"/>
              <a:t> (18pt)</a:t>
            </a:r>
          </a:p>
        </p:txBody>
      </p:sp>
      <p:sp>
        <p:nvSpPr>
          <p:cNvPr id="12" name="Text Placeholder 11">
            <a:extLst>
              <a:ext uri="{FF2B5EF4-FFF2-40B4-BE49-F238E27FC236}">
                <a16:creationId xmlns:a16="http://schemas.microsoft.com/office/drawing/2014/main" id="{72999186-D1B4-C82E-7BAD-4FEFE61AF2DE}"/>
              </a:ext>
            </a:extLst>
          </p:cNvPr>
          <p:cNvSpPr>
            <a:spLocks noGrp="1"/>
          </p:cNvSpPr>
          <p:nvPr>
            <p:ph type="body" sz="quarter" idx="57" hasCustomPrompt="1"/>
          </p:nvPr>
        </p:nvSpPr>
        <p:spPr>
          <a:xfrm>
            <a:off x="381000" y="6200775"/>
            <a:ext cx="11430000" cy="149225"/>
          </a:xfrm>
        </p:spPr>
        <p:txBody>
          <a:bodyPr>
            <a:noAutofit/>
          </a:bodyPr>
          <a:lstStyle>
            <a:lvl1pPr rtl="0">
              <a:defRPr sz="800"/>
            </a:lvl1pPr>
            <a:lvl2pPr>
              <a:defRPr sz="800"/>
            </a:lvl2pPr>
            <a:lvl3pPr>
              <a:defRPr sz="800"/>
            </a:lvl3pPr>
            <a:lvl4pPr>
              <a:defRPr sz="800"/>
            </a:lvl4pPr>
            <a:lvl5pPr>
              <a:defRPr sz="800"/>
            </a:lvl5pPr>
          </a:lstStyle>
          <a:p>
            <a:pPr lvl="0"/>
            <a:r>
              <a:rPr lang="es-ES_tradnl"/>
              <a:t>Place </a:t>
            </a:r>
            <a:r>
              <a:rPr lang="es-ES_tradnl" err="1"/>
              <a:t>footnotes</a:t>
            </a:r>
            <a:r>
              <a:rPr lang="es-ES_tradnl"/>
              <a:t> </a:t>
            </a:r>
            <a:r>
              <a:rPr lang="es-ES_tradnl" err="1"/>
              <a:t>here</a:t>
            </a:r>
            <a:r>
              <a:rPr lang="es-ES_tradnl"/>
              <a:t> (8pt)</a:t>
            </a:r>
          </a:p>
        </p:txBody>
      </p:sp>
      <p:sp>
        <p:nvSpPr>
          <p:cNvPr id="7" name="pagenumber">
            <a:extLst>
              <a:ext uri="{FF2B5EF4-FFF2-40B4-BE49-F238E27FC236}">
                <a16:creationId xmlns:a16="http://schemas.microsoft.com/office/drawing/2014/main" id="{A3E0905A-BC7C-1027-2E00-61768A7B43D8}"/>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Tree>
    <p:extLst>
      <p:ext uri="{BB962C8B-B14F-4D97-AF65-F5344CB8AC3E}">
        <p14:creationId xmlns:p14="http://schemas.microsoft.com/office/powerpoint/2010/main" val="3642657696"/>
      </p:ext>
    </p:extLst>
  </p:cSld>
  <p:clrMapOvr>
    <a:masterClrMapping/>
  </p:clrMapOvr>
  <p:extLst>
    <p:ext uri="{DCECCB84-F9BA-43D5-87BE-67443E8EF086}">
      <p15:sldGuideLst xmlns:p15="http://schemas.microsoft.com/office/powerpoint/2012/main">
        <p15:guide id="1" orient="horz" pos="890">
          <p15:clr>
            <a:srgbClr val="5ACBF0"/>
          </p15:clr>
        </p15:guide>
        <p15:guide id="2" orient="horz" pos="138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B136279-E5FB-4D95-1111-FFA9B7E1E3C7}"/>
              </a:ext>
            </a:extLst>
          </p:cNvPr>
          <p:cNvGraphicFramePr>
            <a:graphicFrameLocks noChangeAspect="1"/>
          </p:cNvGraphicFramePr>
          <p:nvPr userDrawn="1">
            <p:custDataLst>
              <p:tags r:id="rId1"/>
            </p:custDataLst>
            <p:extLst>
              <p:ext uri="{D42A27DB-BD31-4B8C-83A1-F6EECF244321}">
                <p14:modId xmlns:p14="http://schemas.microsoft.com/office/powerpoint/2010/main" val="2304637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4" progId="TCLayout.ActiveDocument.1">
                  <p:embed/>
                </p:oleObj>
              </mc:Choice>
              <mc:Fallback>
                <p:oleObj name="think-cell Slide" r:id="rId4" imgW="484" imgH="484" progId="TCLayout.ActiveDocument.1">
                  <p:embed/>
                  <p:pic>
                    <p:nvPicPr>
                      <p:cNvPr id="6" name="think-cell data - do not delete" hidden="1">
                        <a:extLst>
                          <a:ext uri="{FF2B5EF4-FFF2-40B4-BE49-F238E27FC236}">
                            <a16:creationId xmlns:a16="http://schemas.microsoft.com/office/drawing/2014/main" id="{2B136279-E5FB-4D95-1111-FFA9B7E1E3C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RectangleDark">
            <a:extLst>
              <a:ext uri="{FF2B5EF4-FFF2-40B4-BE49-F238E27FC236}">
                <a16:creationId xmlns:a16="http://schemas.microsoft.com/office/drawing/2014/main" id="{00E1900C-02C7-D19E-F35B-99DB60212B89}"/>
              </a:ext>
            </a:extLst>
          </p:cNvPr>
          <p:cNvSpPr/>
          <p:nvPr userDrawn="1">
            <p:custDataLst>
              <p:tags r:id="rId2"/>
            </p:custDataLst>
          </p:nvPr>
        </p:nvSpPr>
        <p:spPr bwMode="ltGray">
          <a:xfrm>
            <a:off x="0" y="0"/>
            <a:ext cx="3238520"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s-ES">
              <a:solidFill>
                <a:srgbClr val="F0F0F0"/>
              </a:solidFill>
              <a:latin typeface="Arial" panose="020B0604020202020204" pitchFamily="34" charset="0"/>
            </a:endParaRPr>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2476518" cy="295466"/>
          </a:xfrm>
        </p:spPr>
        <p:txBody>
          <a:bodyPr vert="horz" wrap="square">
            <a:spAutoFit/>
          </a:bodyPr>
          <a:lstStyle>
            <a:lvl1pPr>
              <a:defRPr sz="2400" b="1"/>
            </a:lvl1pPr>
          </a:lstStyle>
          <a:p>
            <a:r>
              <a:rPr lang="es-ES"/>
              <a:t>Place headline</a:t>
            </a:r>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2215070"/>
            <a:ext cx="2476518" cy="3836833"/>
          </a:xfrm>
        </p:spPr>
        <p:txBody>
          <a:bodyPr/>
          <a:lstStyle>
            <a:lvl1pPr>
              <a:defRPr sz="1600"/>
            </a:lvl1pPr>
          </a:lstStyle>
          <a:p>
            <a:pPr lvl="0"/>
            <a:r>
              <a:rPr lang="es-ES"/>
              <a:t>Place content here (16pt)</a:t>
            </a:r>
          </a:p>
        </p:txBody>
      </p:sp>
      <p:sp>
        <p:nvSpPr>
          <p:cNvPr id="4" name="Text Placeholder 3">
            <a:extLst>
              <a:ext uri="{FF2B5EF4-FFF2-40B4-BE49-F238E27FC236}">
                <a16:creationId xmlns:a16="http://schemas.microsoft.com/office/drawing/2014/main" id="{535CD0A4-73BB-967F-F123-D6325955E5A0}"/>
              </a:ext>
            </a:extLst>
          </p:cNvPr>
          <p:cNvSpPr>
            <a:spLocks noGrp="1"/>
          </p:cNvSpPr>
          <p:nvPr>
            <p:ph type="body" sz="quarter" idx="11" hasCustomPrompt="1"/>
          </p:nvPr>
        </p:nvSpPr>
        <p:spPr>
          <a:xfrm>
            <a:off x="381000" y="785703"/>
            <a:ext cx="2476518" cy="615553"/>
          </a:xfrm>
        </p:spPr>
        <p:txBody>
          <a:bodyPr wrap="square">
            <a:spAutoFit/>
          </a:bodyPr>
          <a:lstStyle>
            <a:lvl1pPr>
              <a:defRPr sz="20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s-ES"/>
              <a:t>Place sub-headline here (20pt)</a:t>
            </a:r>
          </a:p>
        </p:txBody>
      </p:sp>
      <p:sp>
        <p:nvSpPr>
          <p:cNvPr id="5" name="Text Placeholder 5">
            <a:extLst>
              <a:ext uri="{FF2B5EF4-FFF2-40B4-BE49-F238E27FC236}">
                <a16:creationId xmlns:a16="http://schemas.microsoft.com/office/drawing/2014/main" id="{82D5ED91-9B0D-089C-6F8D-30A6B99E88F4}"/>
              </a:ext>
            </a:extLst>
          </p:cNvPr>
          <p:cNvSpPr>
            <a:spLocks noGrp="1"/>
          </p:cNvSpPr>
          <p:nvPr>
            <p:ph type="body" sz="quarter" idx="55" hasCustomPrompt="1"/>
          </p:nvPr>
        </p:nvSpPr>
        <p:spPr>
          <a:xfrm>
            <a:off x="381000" y="164915"/>
            <a:ext cx="2476518" cy="153888"/>
          </a:xfrm>
        </p:spPr>
        <p:txBody>
          <a:bodyPr wrap="square">
            <a:spAutoFit/>
          </a:bodyPr>
          <a:lstStyle>
            <a:lvl1pPr>
              <a:defRPr sz="1000" cap="all" baseline="0">
                <a:solidFill>
                  <a:schemeClr val="accent1"/>
                </a:solidFill>
              </a:defRPr>
            </a:lvl1pPr>
            <a:lvl2pPr>
              <a:defRPr sz="1600" cap="all" baseline="0"/>
            </a:lvl2pPr>
            <a:lvl3pPr>
              <a:defRPr sz="1600" cap="all" baseline="0"/>
            </a:lvl3pPr>
            <a:lvl4pPr>
              <a:defRPr sz="1600" cap="all" baseline="0"/>
            </a:lvl4pPr>
            <a:lvl5pPr>
              <a:defRPr sz="1600" cap="all" baseline="0"/>
            </a:lvl5pPr>
          </a:lstStyle>
          <a:p>
            <a:pPr lvl="0"/>
            <a:r>
              <a:rPr lang="es-ES"/>
              <a:t>Section Title (10pt)</a:t>
            </a:r>
          </a:p>
        </p:txBody>
      </p:sp>
      <p:sp>
        <p:nvSpPr>
          <p:cNvPr id="9" name="Content Placeholder 7">
            <a:extLst>
              <a:ext uri="{FF2B5EF4-FFF2-40B4-BE49-F238E27FC236}">
                <a16:creationId xmlns:a16="http://schemas.microsoft.com/office/drawing/2014/main" id="{EC81218E-1C75-C114-95A3-7ECA035D0B5E}"/>
              </a:ext>
            </a:extLst>
          </p:cNvPr>
          <p:cNvSpPr>
            <a:spLocks noGrp="1"/>
          </p:cNvSpPr>
          <p:nvPr>
            <p:ph sz="quarter" idx="56" hasCustomPrompt="1"/>
          </p:nvPr>
        </p:nvSpPr>
        <p:spPr>
          <a:xfrm>
            <a:off x="381000" y="1808163"/>
            <a:ext cx="2476518" cy="313350"/>
          </a:xfrm>
        </p:spPr>
        <p:txBody>
          <a:bodyPr wrap="square" bIns="36000">
            <a:spAutoFit/>
          </a:bodyPr>
          <a:lstStyle>
            <a:lvl1pPr>
              <a:defRPr sz="1800" b="1">
                <a:solidFill>
                  <a:schemeClr val="accent4"/>
                </a:solidFill>
              </a:defRPr>
            </a:lvl1pPr>
          </a:lstStyle>
          <a:p>
            <a:pPr lvl="0"/>
            <a:r>
              <a:rPr lang="es-ES"/>
              <a:t>Place insights (18pt)</a:t>
            </a:r>
          </a:p>
        </p:txBody>
      </p:sp>
      <p:sp>
        <p:nvSpPr>
          <p:cNvPr id="12" name="Text Placeholder 11">
            <a:extLst>
              <a:ext uri="{FF2B5EF4-FFF2-40B4-BE49-F238E27FC236}">
                <a16:creationId xmlns:a16="http://schemas.microsoft.com/office/drawing/2014/main" id="{72999186-D1B4-C82E-7BAD-4FEFE61AF2DE}"/>
              </a:ext>
            </a:extLst>
          </p:cNvPr>
          <p:cNvSpPr>
            <a:spLocks noGrp="1"/>
          </p:cNvSpPr>
          <p:nvPr>
            <p:ph type="body" sz="quarter" idx="57" hasCustomPrompt="1"/>
          </p:nvPr>
        </p:nvSpPr>
        <p:spPr>
          <a:xfrm>
            <a:off x="381000" y="6200775"/>
            <a:ext cx="2476518" cy="149225"/>
          </a:xfrm>
        </p:spPr>
        <p:txBody>
          <a:bodyPr/>
          <a:lstStyle>
            <a:lvl1pPr>
              <a:defRPr sz="800"/>
            </a:lvl1pPr>
            <a:lvl2pPr>
              <a:defRPr sz="800"/>
            </a:lvl2pPr>
            <a:lvl3pPr>
              <a:defRPr sz="800"/>
            </a:lvl3pPr>
            <a:lvl4pPr>
              <a:defRPr sz="800"/>
            </a:lvl4pPr>
            <a:lvl5pPr>
              <a:defRPr sz="800"/>
            </a:lvl5pPr>
          </a:lstStyle>
          <a:p>
            <a:pPr lvl="0"/>
            <a:r>
              <a:rPr lang="es-ES"/>
              <a:t>Place footnotes here (8pt)</a:t>
            </a:r>
          </a:p>
        </p:txBody>
      </p:sp>
      <p:sp>
        <p:nvSpPr>
          <p:cNvPr id="15" name="Content Placeholder 7">
            <a:extLst>
              <a:ext uri="{FF2B5EF4-FFF2-40B4-BE49-F238E27FC236}">
                <a16:creationId xmlns:a16="http://schemas.microsoft.com/office/drawing/2014/main" id="{B977B535-FAE9-84C0-B5D4-40A86CD1F386}"/>
              </a:ext>
            </a:extLst>
          </p:cNvPr>
          <p:cNvSpPr>
            <a:spLocks noGrp="1"/>
          </p:cNvSpPr>
          <p:nvPr>
            <p:ph sz="quarter" idx="58" hasCustomPrompt="1"/>
          </p:nvPr>
        </p:nvSpPr>
        <p:spPr>
          <a:xfrm>
            <a:off x="3619520" y="2215070"/>
            <a:ext cx="8191479" cy="3836833"/>
          </a:xfrm>
        </p:spPr>
        <p:txBody>
          <a:bodyPr/>
          <a:lstStyle>
            <a:lvl1pPr>
              <a:defRPr sz="1600"/>
            </a:lvl1pPr>
          </a:lstStyle>
          <a:p>
            <a:pPr lvl="0"/>
            <a:r>
              <a:rPr lang="es-ES"/>
              <a:t>Place content here (16pt)</a:t>
            </a:r>
          </a:p>
        </p:txBody>
      </p:sp>
      <p:sp>
        <p:nvSpPr>
          <p:cNvPr id="16" name="Content Placeholder 7">
            <a:extLst>
              <a:ext uri="{FF2B5EF4-FFF2-40B4-BE49-F238E27FC236}">
                <a16:creationId xmlns:a16="http://schemas.microsoft.com/office/drawing/2014/main" id="{B112B7FD-1D94-EB38-9703-A1FEB2B2279F}"/>
              </a:ext>
            </a:extLst>
          </p:cNvPr>
          <p:cNvSpPr>
            <a:spLocks noGrp="1"/>
          </p:cNvSpPr>
          <p:nvPr>
            <p:ph sz="quarter" idx="59" hasCustomPrompt="1"/>
          </p:nvPr>
        </p:nvSpPr>
        <p:spPr>
          <a:xfrm>
            <a:off x="3619519" y="1808163"/>
            <a:ext cx="8191479" cy="313350"/>
          </a:xfrm>
        </p:spPr>
        <p:txBody>
          <a:bodyPr wrap="square" bIns="36000">
            <a:spAutoFit/>
          </a:bodyPr>
          <a:lstStyle>
            <a:lvl1pPr>
              <a:defRPr sz="1800" b="1">
                <a:solidFill>
                  <a:schemeClr val="accent4"/>
                </a:solidFill>
              </a:defRPr>
            </a:lvl1pPr>
          </a:lstStyle>
          <a:p>
            <a:pPr lvl="0"/>
            <a:r>
              <a:rPr lang="es-ES"/>
              <a:t>Place figures and facts here (18pt)</a:t>
            </a:r>
          </a:p>
        </p:txBody>
      </p:sp>
      <p:sp>
        <p:nvSpPr>
          <p:cNvPr id="17" name="Text Placeholder 11">
            <a:extLst>
              <a:ext uri="{FF2B5EF4-FFF2-40B4-BE49-F238E27FC236}">
                <a16:creationId xmlns:a16="http://schemas.microsoft.com/office/drawing/2014/main" id="{5FDD1377-8F20-C682-65A9-4CCF3480B092}"/>
              </a:ext>
            </a:extLst>
          </p:cNvPr>
          <p:cNvSpPr>
            <a:spLocks noGrp="1"/>
          </p:cNvSpPr>
          <p:nvPr>
            <p:ph type="body" sz="quarter" idx="60" hasCustomPrompt="1"/>
          </p:nvPr>
        </p:nvSpPr>
        <p:spPr>
          <a:xfrm>
            <a:off x="3619520" y="6200774"/>
            <a:ext cx="8191478" cy="149226"/>
          </a:xfrm>
        </p:spPr>
        <p:txBody>
          <a:bodyPr/>
          <a:lstStyle>
            <a:lvl1pPr>
              <a:defRPr sz="800"/>
            </a:lvl1pPr>
            <a:lvl2pPr>
              <a:defRPr sz="800"/>
            </a:lvl2pPr>
            <a:lvl3pPr>
              <a:defRPr sz="800"/>
            </a:lvl3pPr>
            <a:lvl4pPr>
              <a:defRPr sz="800"/>
            </a:lvl4pPr>
            <a:lvl5pPr>
              <a:defRPr sz="800"/>
            </a:lvl5pPr>
          </a:lstStyle>
          <a:p>
            <a:pPr lvl="0"/>
            <a:r>
              <a:rPr lang="es-ES"/>
              <a:t>Place footnotes here (8pt)</a:t>
            </a:r>
          </a:p>
        </p:txBody>
      </p:sp>
    </p:spTree>
    <p:extLst>
      <p:ext uri="{BB962C8B-B14F-4D97-AF65-F5344CB8AC3E}">
        <p14:creationId xmlns:p14="http://schemas.microsoft.com/office/powerpoint/2010/main" val="1681530058"/>
      </p:ext>
    </p:extLst>
  </p:cSld>
  <p:clrMapOvr>
    <a:masterClrMapping/>
  </p:clrMapOvr>
  <p:extLst>
    <p:ext uri="{DCECCB84-F9BA-43D5-87BE-67443E8EF086}">
      <p15:sldGuideLst xmlns:p15="http://schemas.microsoft.com/office/powerpoint/2012/main">
        <p15:guide id="1" orient="horz" pos="890">
          <p15:clr>
            <a:srgbClr val="5ACBF0"/>
          </p15:clr>
        </p15:guide>
        <p15:guide id="2" orient="horz" pos="1389">
          <p15:clr>
            <a:srgbClr val="FBAE40"/>
          </p15:clr>
        </p15:guide>
        <p15:guide id="3" pos="1799">
          <p15:clr>
            <a:srgbClr val="FBAE40"/>
          </p15:clr>
        </p15:guide>
        <p15:guide id="4" pos="227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Front">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42944939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1" name="Rectangle 30">
            <a:extLst>
              <a:ext uri="{FF2B5EF4-FFF2-40B4-BE49-F238E27FC236}">
                <a16:creationId xmlns:a16="http://schemas.microsoft.com/office/drawing/2014/main" id="{2013695C-F97D-3ECA-5B94-2385C23F07C0}"/>
              </a:ext>
            </a:extLst>
          </p:cNvPr>
          <p:cNvSpPr/>
          <p:nvPr userDrawn="1"/>
        </p:nvSpPr>
        <p:spPr>
          <a:xfrm>
            <a:off x="11231661" y="136447"/>
            <a:ext cx="806252" cy="3669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2119139"/>
            <a:ext cx="7263384" cy="1329595"/>
          </a:xfrm>
          <a:prstGeom prst="rect">
            <a:avLst/>
          </a:prstGeom>
        </p:spPr>
        <p:txBody>
          <a:bodyPr vert="horz" wrap="square" lIns="0" tIns="0" rIns="0" bIns="0">
            <a:spAutoFit/>
          </a:bodyPr>
          <a:lstStyle>
            <a:lvl1pPr>
              <a:defRPr sz="4800" b="1" i="0">
                <a:solidFill>
                  <a:schemeClr val="tx1"/>
                </a:solidFill>
                <a:latin typeface="+mj-lt"/>
              </a:defRPr>
            </a:lvl1pPr>
          </a:lstStyle>
          <a:p>
            <a:r>
              <a:rPr lang="en-US"/>
              <a:t>Place presentation title here (48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3916657"/>
            <a:ext cx="7263384" cy="1329595"/>
          </a:xfrm>
          <a:prstGeom prst="rect">
            <a:avLst/>
          </a:prstGeom>
        </p:spPr>
        <p:txBody>
          <a:bodyPr wrap="square" lIns="0" tIns="0" rIns="0" bIns="0">
            <a:spAutoFit/>
          </a:bodyPr>
          <a:lstStyle>
            <a:lvl1pPr marL="0" indent="0" algn="l">
              <a:buNone/>
              <a:defRPr sz="3200" b="1">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presentation </a:t>
            </a:r>
            <a:br>
              <a:rPr lang="en-US"/>
            </a:br>
            <a:r>
              <a:rPr lang="en-US"/>
              <a:t>subtitle here </a:t>
            </a:r>
            <a:br>
              <a:rPr lang="en-US"/>
            </a:br>
            <a:r>
              <a:rPr lang="en-US"/>
              <a:t>(32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7335867"/>
            <a:ext cx="5343521" cy="249299"/>
          </a:xfrm>
          <a:prstGeom prst="rect">
            <a:avLst/>
          </a:prstGeom>
        </p:spPr>
        <p:txBody>
          <a:bodyPr wrap="square" lIns="0" tIns="0" rIns="0" bIns="0" anchor="b">
            <a:sp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7823034"/>
            <a:ext cx="5343520" cy="2442187"/>
          </a:xfrm>
          <a:prstGeom prst="rect">
            <a:avLst/>
          </a:prstGeom>
        </p:spPr>
        <p:txBody>
          <a:bodyPr/>
          <a:lstStyle>
            <a:lvl1pPr marL="285750" indent="-285750">
              <a:buFont typeface="Arial" panose="020B0604020202020204" pitchFamily="34" charset="0"/>
              <a:buChar cha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5" name="Text Placeholder 5">
            <a:extLst>
              <a:ext uri="{FF2B5EF4-FFF2-40B4-BE49-F238E27FC236}">
                <a16:creationId xmlns:a16="http://schemas.microsoft.com/office/drawing/2014/main" id="{D8D15877-E627-FE19-B9CF-8E1AD8DAEAC3}"/>
              </a:ext>
            </a:extLst>
          </p:cNvPr>
          <p:cNvSpPr>
            <a:spLocks noGrp="1"/>
          </p:cNvSpPr>
          <p:nvPr>
            <p:ph type="body" idx="18" hasCustomPrompt="1"/>
          </p:nvPr>
        </p:nvSpPr>
        <p:spPr>
          <a:xfrm>
            <a:off x="380998" y="10503089"/>
            <a:ext cx="5343521" cy="138499"/>
          </a:xfrm>
          <a:prstGeom prst="rect">
            <a:avLst/>
          </a:prstGeom>
        </p:spPr>
        <p:txBody>
          <a:bodyPr wrap="square" lIns="0" tIns="0" rIns="0" bIns="0" anchor="t">
            <a:spAutoFit/>
          </a:bodyPr>
          <a:lstStyle>
            <a:lvl1pPr marL="0" indent="0">
              <a:buNone/>
              <a:defRPr sz="10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335867"/>
            <a:ext cx="5343521" cy="249299"/>
          </a:xfrm>
          <a:prstGeom prst="rect">
            <a:avLst/>
          </a:prstGeom>
        </p:spPr>
        <p:txBody>
          <a:bodyPr lIns="0" tIns="0" rIns="0" bIns="0" anchor="b">
            <a:sp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823034"/>
            <a:ext cx="5343521" cy="2442187"/>
          </a:xfrm>
          <a:prstGeom prst="rect">
            <a:avLst/>
          </a:prstGeo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Text Placeholder 9">
            <a:extLst>
              <a:ext uri="{FF2B5EF4-FFF2-40B4-BE49-F238E27FC236}">
                <a16:creationId xmlns:a16="http://schemas.microsoft.com/office/drawing/2014/main" id="{1BC6E6EE-8079-5E40-74F8-CD2E181F18ED}"/>
              </a:ext>
            </a:extLst>
          </p:cNvPr>
          <p:cNvSpPr>
            <a:spLocks noGrp="1"/>
          </p:cNvSpPr>
          <p:nvPr>
            <p:ph type="body" sz="quarter" idx="17" hasCustomPrompt="1"/>
          </p:nvPr>
        </p:nvSpPr>
        <p:spPr>
          <a:xfrm>
            <a:off x="381000" y="5714175"/>
            <a:ext cx="7263385" cy="387798"/>
          </a:xfrm>
          <a:prstGeom prst="rect">
            <a:avLst/>
          </a:prstGeom>
        </p:spPr>
        <p:txBody>
          <a:bodyPr wrap="square" lIns="0" tIns="0" rIns="0" bIns="0">
            <a:spAutoFit/>
          </a:bodyPr>
          <a:lstStyle>
            <a:lvl1pPr marL="0" indent="0" algn="l" defTabSz="914400" rtl="0" eaLnBrk="1" latinLnBrk="0" hangingPunct="1">
              <a:spcAft>
                <a:spcPts val="0"/>
              </a:spcAft>
              <a:buNone/>
              <a:defRPr lang="en-US" sz="28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Place presentation date here (28 pt)</a:t>
            </a:r>
          </a:p>
        </p:txBody>
      </p:sp>
      <p:pic>
        <p:nvPicPr>
          <p:cNvPr id="7" name="Picture 6">
            <a:extLst>
              <a:ext uri="{FF2B5EF4-FFF2-40B4-BE49-F238E27FC236}">
                <a16:creationId xmlns:a16="http://schemas.microsoft.com/office/drawing/2014/main" id="{F30FA309-0AA6-1C26-ECF1-6E4ABEAC9621}"/>
              </a:ext>
            </a:extLst>
          </p:cNvPr>
          <p:cNvPicPr>
            <a:picLocks noChangeAspect="1"/>
          </p:cNvPicPr>
          <p:nvPr userDrawn="1"/>
        </p:nvPicPr>
        <p:blipFill>
          <a:blip r:embed="rId5"/>
          <a:stretch>
            <a:fillRect/>
          </a:stretch>
        </p:blipFill>
        <p:spPr>
          <a:xfrm>
            <a:off x="381466" y="383127"/>
            <a:ext cx="2786532" cy="1268089"/>
          </a:xfrm>
          <a:prstGeom prst="rect">
            <a:avLst/>
          </a:prstGeom>
        </p:spPr>
      </p:pic>
      <p:pic>
        <p:nvPicPr>
          <p:cNvPr id="11" name="Imagen 34">
            <a:extLst>
              <a:ext uri="{FF2B5EF4-FFF2-40B4-BE49-F238E27FC236}">
                <a16:creationId xmlns:a16="http://schemas.microsoft.com/office/drawing/2014/main" id="{77F2F5BE-411C-B1E2-66C0-1E4B58026048}"/>
              </a:ext>
            </a:extLst>
          </p:cNvPr>
          <p:cNvPicPr>
            <a:picLocks noChangeAspect="1"/>
          </p:cNvPicPr>
          <p:nvPr userDrawn="1"/>
        </p:nvPicPr>
        <p:blipFill>
          <a:blip r:embed="rId6"/>
          <a:stretch>
            <a:fillRect/>
          </a:stretch>
        </p:blipFill>
        <p:spPr>
          <a:xfrm>
            <a:off x="11485172" y="5319305"/>
            <a:ext cx="329524" cy="128514"/>
          </a:xfrm>
          <a:prstGeom prst="rect">
            <a:avLst/>
          </a:prstGeom>
        </p:spPr>
      </p:pic>
      <p:pic>
        <p:nvPicPr>
          <p:cNvPr id="14" name="Imagen 37">
            <a:extLst>
              <a:ext uri="{FF2B5EF4-FFF2-40B4-BE49-F238E27FC236}">
                <a16:creationId xmlns:a16="http://schemas.microsoft.com/office/drawing/2014/main" id="{1EDF47ED-62A4-9E02-403D-18AD4AB7628F}"/>
              </a:ext>
            </a:extLst>
          </p:cNvPr>
          <p:cNvPicPr>
            <a:picLocks noChangeAspect="1"/>
          </p:cNvPicPr>
          <p:nvPr userDrawn="1"/>
        </p:nvPicPr>
        <p:blipFill rotWithShape="1">
          <a:blip r:embed="rId7"/>
          <a:srcRect l="84827" t="-11201" r="-444" b="13414"/>
          <a:stretch/>
        </p:blipFill>
        <p:spPr>
          <a:xfrm>
            <a:off x="11334309" y="979787"/>
            <a:ext cx="480387" cy="249778"/>
          </a:xfrm>
          <a:prstGeom prst="rect">
            <a:avLst/>
          </a:prstGeom>
        </p:spPr>
      </p:pic>
      <p:pic>
        <p:nvPicPr>
          <p:cNvPr id="15" name="Imagen 38">
            <a:extLst>
              <a:ext uri="{FF2B5EF4-FFF2-40B4-BE49-F238E27FC236}">
                <a16:creationId xmlns:a16="http://schemas.microsoft.com/office/drawing/2014/main" id="{2BB7F006-5647-B009-0B1F-1595E9BD05E2}"/>
              </a:ext>
            </a:extLst>
          </p:cNvPr>
          <p:cNvPicPr>
            <a:picLocks noChangeAspect="1"/>
          </p:cNvPicPr>
          <p:nvPr userDrawn="1"/>
        </p:nvPicPr>
        <p:blipFill rotWithShape="1">
          <a:blip r:embed="rId8"/>
          <a:srcRect l="5706" t="26602" r="5742" b="18022"/>
          <a:stretch/>
        </p:blipFill>
        <p:spPr>
          <a:xfrm>
            <a:off x="11201838" y="1707640"/>
            <a:ext cx="612858" cy="182915"/>
          </a:xfrm>
          <a:prstGeom prst="rect">
            <a:avLst/>
          </a:prstGeom>
        </p:spPr>
      </p:pic>
      <p:pic>
        <p:nvPicPr>
          <p:cNvPr id="16" name="Imagen 39">
            <a:extLst>
              <a:ext uri="{FF2B5EF4-FFF2-40B4-BE49-F238E27FC236}">
                <a16:creationId xmlns:a16="http://schemas.microsoft.com/office/drawing/2014/main" id="{93CD0AC1-7E35-1CF7-72B4-D57D09E81959}"/>
              </a:ext>
            </a:extLst>
          </p:cNvPr>
          <p:cNvPicPr>
            <a:picLocks noChangeAspect="1"/>
          </p:cNvPicPr>
          <p:nvPr userDrawn="1"/>
        </p:nvPicPr>
        <p:blipFill>
          <a:blip r:embed="rId9"/>
          <a:srcRect l="3780" t="39105" r="6331" b="24380"/>
          <a:stretch/>
        </p:blipFill>
        <p:spPr>
          <a:xfrm>
            <a:off x="11079469" y="2072356"/>
            <a:ext cx="735227" cy="120612"/>
          </a:xfrm>
          <a:prstGeom prst="rect">
            <a:avLst/>
          </a:prstGeom>
        </p:spPr>
      </p:pic>
      <p:pic>
        <p:nvPicPr>
          <p:cNvPr id="19" name="Imagen 41">
            <a:extLst>
              <a:ext uri="{FF2B5EF4-FFF2-40B4-BE49-F238E27FC236}">
                <a16:creationId xmlns:a16="http://schemas.microsoft.com/office/drawing/2014/main" id="{823523B2-8502-D79A-59A4-5A30A64E2B9A}"/>
              </a:ext>
            </a:extLst>
          </p:cNvPr>
          <p:cNvPicPr>
            <a:picLocks noChangeAspect="1"/>
          </p:cNvPicPr>
          <p:nvPr userDrawn="1"/>
        </p:nvPicPr>
        <p:blipFill rotWithShape="1">
          <a:blip r:embed="rId10"/>
          <a:srcRect l="8432" t="13808" r="3866" b="22570"/>
          <a:stretch/>
        </p:blipFill>
        <p:spPr>
          <a:xfrm>
            <a:off x="11220396" y="3451852"/>
            <a:ext cx="594300" cy="198982"/>
          </a:xfrm>
          <a:prstGeom prst="rect">
            <a:avLst/>
          </a:prstGeom>
        </p:spPr>
      </p:pic>
      <p:pic>
        <p:nvPicPr>
          <p:cNvPr id="20" name="Imagen 42">
            <a:extLst>
              <a:ext uri="{FF2B5EF4-FFF2-40B4-BE49-F238E27FC236}">
                <a16:creationId xmlns:a16="http://schemas.microsoft.com/office/drawing/2014/main" id="{DD44E70B-7A71-68E5-D1EA-042CFBAF65E1}"/>
              </a:ext>
            </a:extLst>
          </p:cNvPr>
          <p:cNvPicPr>
            <a:picLocks noChangeAspect="1"/>
          </p:cNvPicPr>
          <p:nvPr userDrawn="1"/>
        </p:nvPicPr>
        <p:blipFill rotWithShape="1">
          <a:blip r:embed="rId11"/>
          <a:srcRect l="6973" t="22509" r="3652" b="29230"/>
          <a:stretch/>
        </p:blipFill>
        <p:spPr>
          <a:xfrm>
            <a:off x="11351593" y="3126175"/>
            <a:ext cx="463103" cy="143876"/>
          </a:xfrm>
          <a:prstGeom prst="rect">
            <a:avLst/>
          </a:prstGeom>
        </p:spPr>
      </p:pic>
      <p:pic>
        <p:nvPicPr>
          <p:cNvPr id="21" name="Imagen 44">
            <a:extLst>
              <a:ext uri="{FF2B5EF4-FFF2-40B4-BE49-F238E27FC236}">
                <a16:creationId xmlns:a16="http://schemas.microsoft.com/office/drawing/2014/main" id="{A001C848-BE37-B3D2-C602-F410F8BEBA73}"/>
              </a:ext>
            </a:extLst>
          </p:cNvPr>
          <p:cNvPicPr>
            <a:picLocks noChangeAspect="1"/>
          </p:cNvPicPr>
          <p:nvPr userDrawn="1"/>
        </p:nvPicPr>
        <p:blipFill rotWithShape="1">
          <a:blip r:embed="rId12"/>
          <a:srcRect l="22218" r="21421"/>
          <a:stretch/>
        </p:blipFill>
        <p:spPr>
          <a:xfrm>
            <a:off x="11318412" y="3832635"/>
            <a:ext cx="496284" cy="462958"/>
          </a:xfrm>
          <a:prstGeom prst="rect">
            <a:avLst/>
          </a:prstGeom>
        </p:spPr>
      </p:pic>
      <p:pic>
        <p:nvPicPr>
          <p:cNvPr id="22" name="Imagen 45">
            <a:extLst>
              <a:ext uri="{FF2B5EF4-FFF2-40B4-BE49-F238E27FC236}">
                <a16:creationId xmlns:a16="http://schemas.microsoft.com/office/drawing/2014/main" id="{93CC4A87-47FA-08A6-78EC-A397BB3427BA}"/>
              </a:ext>
            </a:extLst>
          </p:cNvPr>
          <p:cNvPicPr>
            <a:picLocks noChangeAspect="1"/>
          </p:cNvPicPr>
          <p:nvPr userDrawn="1"/>
        </p:nvPicPr>
        <p:blipFill>
          <a:blip r:embed="rId13"/>
          <a:stretch>
            <a:fillRect/>
          </a:stretch>
        </p:blipFill>
        <p:spPr>
          <a:xfrm>
            <a:off x="11238591" y="4858774"/>
            <a:ext cx="576105" cy="278730"/>
          </a:xfrm>
          <a:prstGeom prst="rect">
            <a:avLst/>
          </a:prstGeom>
        </p:spPr>
      </p:pic>
      <p:pic>
        <p:nvPicPr>
          <p:cNvPr id="23" name="Imagen 46">
            <a:extLst>
              <a:ext uri="{FF2B5EF4-FFF2-40B4-BE49-F238E27FC236}">
                <a16:creationId xmlns:a16="http://schemas.microsoft.com/office/drawing/2014/main" id="{21A74BD6-7915-8888-8CD5-8BCBFFFB4BCF}"/>
              </a:ext>
            </a:extLst>
          </p:cNvPr>
          <p:cNvPicPr>
            <a:picLocks noChangeAspect="1"/>
          </p:cNvPicPr>
          <p:nvPr userDrawn="1"/>
        </p:nvPicPr>
        <p:blipFill>
          <a:blip r:embed="rId14"/>
          <a:srcRect l="22242" t="23133" r="23690" b="23215"/>
          <a:stretch/>
        </p:blipFill>
        <p:spPr>
          <a:xfrm>
            <a:off x="11649065" y="4477394"/>
            <a:ext cx="165631" cy="199579"/>
          </a:xfrm>
          <a:prstGeom prst="rect">
            <a:avLst/>
          </a:prstGeom>
        </p:spPr>
      </p:pic>
      <p:pic>
        <p:nvPicPr>
          <p:cNvPr id="24" name="Picture 2" descr="Orange (Marruecos) - Wikipedia, la enciclopedia libre">
            <a:extLst>
              <a:ext uri="{FF2B5EF4-FFF2-40B4-BE49-F238E27FC236}">
                <a16:creationId xmlns:a16="http://schemas.microsoft.com/office/drawing/2014/main" id="{6678C886-B8DC-F060-95C8-229F758AF6B8}"/>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1399837" y="383127"/>
            <a:ext cx="414859" cy="414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6">
            <a:extLst>
              <a:ext uri="{FF2B5EF4-FFF2-40B4-BE49-F238E27FC236}">
                <a16:creationId xmlns:a16="http://schemas.microsoft.com/office/drawing/2014/main" id="{ADC620A4-72EA-1067-0292-A16ADA7C219C}"/>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1349044" y="1411366"/>
            <a:ext cx="465652" cy="11447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a:extLst>
              <a:ext uri="{FF2B5EF4-FFF2-40B4-BE49-F238E27FC236}">
                <a16:creationId xmlns:a16="http://schemas.microsoft.com/office/drawing/2014/main" id="{4F3F4CDC-9072-E07B-6A56-8FDF5F3F0FF2}"/>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1341353" y="2374769"/>
            <a:ext cx="473343" cy="15699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a:extLst>
              <a:ext uri="{FF2B5EF4-FFF2-40B4-BE49-F238E27FC236}">
                <a16:creationId xmlns:a16="http://schemas.microsoft.com/office/drawing/2014/main" id="{89EC15FB-7E0B-B91A-CDC7-C385267E0862}"/>
              </a:ext>
            </a:extLst>
          </p:cNvPr>
          <p:cNvPicPr>
            <a:picLocks noChangeAspect="1" noChangeArrowheads="1"/>
          </p:cNvPicPr>
          <p:nvPr userDrawn="1"/>
        </p:nvPicPr>
        <p:blipFill rotWithShape="1">
          <a:blip r:embed="rId18">
            <a:extLst>
              <a:ext uri="{28A0092B-C50C-407E-A947-70E740481C1C}">
                <a14:useLocalDpi xmlns:a14="http://schemas.microsoft.com/office/drawing/2010/main" val="0"/>
              </a:ext>
            </a:extLst>
          </a:blip>
          <a:srcRect l="15179" t="28442" r="22925" b="40654"/>
          <a:stretch/>
        </p:blipFill>
        <p:spPr bwMode="auto">
          <a:xfrm>
            <a:off x="11211551" y="5951401"/>
            <a:ext cx="603145" cy="150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Imagen 5">
            <a:extLst>
              <a:ext uri="{FF2B5EF4-FFF2-40B4-BE49-F238E27FC236}">
                <a16:creationId xmlns:a16="http://schemas.microsoft.com/office/drawing/2014/main" id="{369D0AAF-6CEE-B5B6-0B8C-27C4E27F7A9C}"/>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11301443" y="5629620"/>
            <a:ext cx="513253" cy="139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8" descr="A logo for a company&#10;&#10;Description automatically generated">
            <a:extLst>
              <a:ext uri="{FF2B5EF4-FFF2-40B4-BE49-F238E27FC236}">
                <a16:creationId xmlns:a16="http://schemas.microsoft.com/office/drawing/2014/main" id="{3EC7D70C-653F-3899-1D44-32F42F687AAB}"/>
              </a:ext>
            </a:extLst>
          </p:cNvPr>
          <p:cNvPicPr>
            <a:picLocks noChangeAspect="1"/>
          </p:cNvPicPr>
          <p:nvPr userDrawn="1"/>
        </p:nvPicPr>
        <p:blipFill>
          <a:blip r:embed="rId20"/>
          <a:stretch>
            <a:fillRect/>
          </a:stretch>
        </p:blipFill>
        <p:spPr>
          <a:xfrm>
            <a:off x="11226894" y="2713562"/>
            <a:ext cx="587802" cy="230812"/>
          </a:xfrm>
          <a:prstGeom prst="rect">
            <a:avLst/>
          </a:prstGeom>
        </p:spPr>
      </p:pic>
    </p:spTree>
    <p:extLst>
      <p:ext uri="{BB962C8B-B14F-4D97-AF65-F5344CB8AC3E}">
        <p14:creationId xmlns:p14="http://schemas.microsoft.com/office/powerpoint/2010/main" val="20988134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2148608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cxnSp>
        <p:nvCxnSpPr>
          <p:cNvPr id="6" name="agenda-connector">
            <a:extLst>
              <a:ext uri="{FF2B5EF4-FFF2-40B4-BE49-F238E27FC236}">
                <a16:creationId xmlns:a16="http://schemas.microsoft.com/office/drawing/2014/main" id="{91C31AB6-615B-7F3E-C325-3F1E0476DB1A}"/>
              </a:ext>
            </a:extLst>
          </p:cNvPr>
          <p:cNvCxnSpPr>
            <a:cxnSpLocks/>
          </p:cNvCxnSpPr>
          <p:nvPr userDrawn="1"/>
        </p:nvCxnSpPr>
        <p:spPr>
          <a:xfrm>
            <a:off x="4045241" y="1414259"/>
            <a:ext cx="0" cy="47194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1414259"/>
            <a:ext cx="3267009" cy="609398"/>
          </a:xfrm>
          <a:prstGeom prst="rect">
            <a:avLst/>
          </a:prstGeom>
        </p:spPr>
        <p:txBody>
          <a:bodyPr vert="horz" wrap="square" lIns="0" tIns="0" rIns="0" bIns="0">
            <a:spAutoFit/>
          </a:bodyPr>
          <a:lstStyle>
            <a:lvl1pPr>
              <a:defRPr sz="4400" b="1" i="0">
                <a:latin typeface="+mj-lt"/>
              </a:defRPr>
            </a:lvl1pPr>
          </a:lstStyle>
          <a:p>
            <a:r>
              <a:rPr lang="en-US"/>
              <a:t>Agenda</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1" y="2345634"/>
            <a:ext cx="3266962" cy="3788111"/>
          </a:xfrm>
          <a:prstGeom prst="rect">
            <a:avLst/>
          </a:prstGeom>
        </p:spPr>
        <p:txBody>
          <a:bodyPr wrap="square" lIns="0" tIns="0" rIns="0" bIns="0">
            <a:noAutofit/>
          </a:bodyPr>
          <a:lstStyle>
            <a:lvl1pPr marL="0" indent="0" algn="l">
              <a:buNone/>
              <a:defRPr sz="32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agenda summary here (32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7196536"/>
            <a:ext cx="5343521"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4442474" y="1414259"/>
            <a:ext cx="7371837" cy="4719487"/>
          </a:xfrm>
          <a:prstGeom prst="rect">
            <a:avLst/>
          </a:prstGeom>
        </p:spPr>
        <p:txBody>
          <a:bodyPr/>
          <a:lstStyle>
            <a:lvl1pPr marL="457200" indent="-457200">
              <a:buFont typeface="+mj-lt"/>
              <a:buAutoNum type="arabicPeriod"/>
              <a:defRPr sz="2800"/>
            </a:lvl1pPr>
            <a:lvl2pPr marL="914400" indent="-457200">
              <a:buFont typeface="+mj-lt"/>
              <a:buAutoNum type="arabicPeriod"/>
              <a:defRPr sz="2400"/>
            </a:lvl2pPr>
            <a:lvl3pPr marL="1371600" indent="-457200">
              <a:buFont typeface="+mj-lt"/>
              <a:buAutoNum type="arabicPeriod"/>
              <a:defRPr sz="2400"/>
            </a:lvl3pPr>
            <a:lvl4pPr marL="1828800" indent="-457200">
              <a:buFont typeface="+mj-lt"/>
              <a:buAutoNum type="arabicPeriod"/>
              <a:defRPr sz="2400"/>
            </a:lvl4pPr>
            <a:lvl5pPr marL="2286000" indent="-457200">
              <a:buFont typeface="+mj-lt"/>
              <a:buAutoNum type="arabicPeriod"/>
              <a:defRPr sz="2400"/>
            </a:lvl5pPr>
          </a:lstStyle>
          <a:p>
            <a:pPr lvl="0"/>
            <a:r>
              <a:rPr lang="en-US"/>
              <a:t>Place agenda items here (28 pt)</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0998" y="10368759"/>
            <a:ext cx="5343521"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196536"/>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683703"/>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5">
            <a:extLst>
              <a:ext uri="{FF2B5EF4-FFF2-40B4-BE49-F238E27FC236}">
                <a16:creationId xmlns:a16="http://schemas.microsoft.com/office/drawing/2014/main" id="{45F15098-C940-473B-68B5-96DB5F21EDA3}"/>
              </a:ext>
            </a:extLst>
          </p:cNvPr>
          <p:cNvSpPr>
            <a:spLocks noGrp="1"/>
          </p:cNvSpPr>
          <p:nvPr>
            <p:ph type="body" sz="quarter" idx="55" hasCustomPrompt="1"/>
          </p:nvPr>
        </p:nvSpPr>
        <p:spPr>
          <a:xfrm>
            <a:off x="381000" y="164915"/>
            <a:ext cx="11430000" cy="153888"/>
          </a:xfrm>
        </p:spPr>
        <p:txBody>
          <a:bodyPr>
            <a:noAutofit/>
          </a:bodyPr>
          <a:lstStyle>
            <a:lvl1pPr marL="0" indent="0" rtl="0">
              <a:buNone/>
              <a:defRPr sz="1000" cap="all" baseline="0">
                <a:solidFill>
                  <a:schemeClr val="accent1"/>
                </a:solidFill>
              </a:defRPr>
            </a:lvl1pPr>
            <a:lvl2pPr>
              <a:defRPr sz="1600" cap="all" baseline="0"/>
            </a:lvl2pPr>
            <a:lvl3pPr>
              <a:defRPr sz="1600" cap="all" baseline="0"/>
            </a:lvl3pPr>
            <a:lvl4pPr>
              <a:defRPr sz="1600" cap="all" baseline="0"/>
            </a:lvl4pPr>
            <a:lvl5pPr>
              <a:defRPr sz="1600" cap="all" baseline="0"/>
            </a:lvl5pPr>
          </a:lstStyle>
          <a:p>
            <a:pPr lvl="0"/>
            <a:r>
              <a:rPr lang="es-ES_tradnl" err="1"/>
              <a:t>Section</a:t>
            </a:r>
            <a:r>
              <a:rPr lang="es-ES_tradnl"/>
              <a:t> </a:t>
            </a:r>
            <a:r>
              <a:rPr lang="es-ES_tradnl" err="1"/>
              <a:t>Title</a:t>
            </a:r>
            <a:r>
              <a:rPr lang="es-ES_tradnl"/>
              <a:t> (10pt)</a:t>
            </a:r>
          </a:p>
        </p:txBody>
      </p:sp>
    </p:spTree>
    <p:extLst>
      <p:ext uri="{BB962C8B-B14F-4D97-AF65-F5344CB8AC3E}">
        <p14:creationId xmlns:p14="http://schemas.microsoft.com/office/powerpoint/2010/main" val="56413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25012252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827266"/>
            <a:ext cx="11430000" cy="609398"/>
          </a:xfrm>
          <a:prstGeom prst="rect">
            <a:avLst/>
          </a:prstGeom>
        </p:spPr>
        <p:txBody>
          <a:bodyPr vert="horz" lIns="0" tIns="0" rIns="0" bIns="0">
            <a:spAutoFit/>
          </a:bodyPr>
          <a:lstStyle>
            <a:lvl1pPr>
              <a:defRPr sz="4400" b="1" i="0">
                <a:solidFill>
                  <a:schemeClr val="tx1"/>
                </a:solidFill>
                <a:latin typeface="+mj-lt"/>
              </a:defRPr>
            </a:lvl1pPr>
          </a:lstStyle>
          <a:p>
            <a:r>
              <a:rPr lang="en-US"/>
              <a:t>Place section title here (44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4834931"/>
            <a:ext cx="11430000" cy="443198"/>
          </a:xfrm>
          <a:prstGeom prst="rect">
            <a:avLst/>
          </a:prstGeom>
        </p:spPr>
        <p:txBody>
          <a:bodyPr lIns="0" tIns="0" rIns="0" bIns="0">
            <a:spAutoFit/>
          </a:bodyPr>
          <a:lstStyle>
            <a:lvl1pPr marL="0" indent="0" algn="l">
              <a:buNone/>
              <a:defRPr sz="3200" b="1">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section subtitle here (32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7374020"/>
            <a:ext cx="5343521"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7861187"/>
            <a:ext cx="5343520"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10541242"/>
            <a:ext cx="5343521"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374020"/>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861187"/>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8">
            <a:extLst>
              <a:ext uri="{FF2B5EF4-FFF2-40B4-BE49-F238E27FC236}">
                <a16:creationId xmlns:a16="http://schemas.microsoft.com/office/drawing/2014/main" id="{A390F323-16FA-4F83-330E-B7FD84362849}"/>
              </a:ext>
            </a:extLst>
          </p:cNvPr>
          <p:cNvSpPr>
            <a:spLocks noGrp="1"/>
          </p:cNvSpPr>
          <p:nvPr>
            <p:ph type="body" idx="10" hasCustomPrompt="1"/>
          </p:nvPr>
        </p:nvSpPr>
        <p:spPr>
          <a:xfrm>
            <a:off x="381000" y="1405929"/>
            <a:ext cx="11427595" cy="1624363"/>
          </a:xfrm>
          <a:prstGeom prst="rect">
            <a:avLst/>
          </a:prstGeom>
          <a:noFill/>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solidFill>
                    <a:schemeClr val="tx1"/>
                  </a:solidFill>
                </a:ln>
                <a:no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spTree>
    <p:extLst>
      <p:ext uri="{BB962C8B-B14F-4D97-AF65-F5344CB8AC3E}">
        <p14:creationId xmlns:p14="http://schemas.microsoft.com/office/powerpoint/2010/main" val="19006679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1/1">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15053721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11430000" cy="332399"/>
          </a:xfrm>
          <a:prstGeom prst="rect">
            <a:avLst/>
          </a:prstGeom>
        </p:spPr>
        <p:txBody>
          <a:bodyPr vert="horz"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11430000" cy="276999"/>
          </a:xfrm>
          <a:prstGeom prst="rect">
            <a:avLst/>
          </a:prstGeom>
        </p:spPr>
        <p:txBody>
          <a:bodyPr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1808101"/>
            <a:ext cx="11427597"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0999" y="2295268"/>
            <a:ext cx="11427595"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11427597"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433655"/>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920822"/>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09806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lide-1/1">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36330842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background">
            <a:extLst>
              <a:ext uri="{FF2B5EF4-FFF2-40B4-BE49-F238E27FC236}">
                <a16:creationId xmlns:a16="http://schemas.microsoft.com/office/drawing/2014/main" id="{D75896D7-738F-D223-3360-6ABCA11B12A4}"/>
              </a:ext>
            </a:extLst>
          </p:cNvPr>
          <p:cNvSpPr/>
          <p:nvPr userDrawn="1"/>
        </p:nvSpPr>
        <p:spPr>
          <a:xfrm>
            <a:off x="7614853" y="6242514"/>
            <a:ext cx="3612386" cy="6154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8102600" cy="332399"/>
          </a:xfrm>
          <a:prstGeom prst="rect">
            <a:avLst/>
          </a:prstGeom>
        </p:spPr>
        <p:txBody>
          <a:bodyPr vert="horz" wrap="square"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8102600"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1000" y="1808101"/>
            <a:ext cx="7960362"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0999" y="2295268"/>
            <a:ext cx="7960361"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11427597"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433655"/>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920822"/>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background">
            <a:extLst>
              <a:ext uri="{FF2B5EF4-FFF2-40B4-BE49-F238E27FC236}">
                <a16:creationId xmlns:a16="http://schemas.microsoft.com/office/drawing/2014/main" id="{B8301B2A-9BF3-4B8F-1942-BA91A25D87FD}"/>
              </a:ext>
            </a:extLst>
          </p:cNvPr>
          <p:cNvSpPr/>
          <p:nvPr userDrawn="1"/>
        </p:nvSpPr>
        <p:spPr>
          <a:xfrm>
            <a:off x="8579613" y="0"/>
            <a:ext cx="3612386"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6">
            <a:extLst>
              <a:ext uri="{FF2B5EF4-FFF2-40B4-BE49-F238E27FC236}">
                <a16:creationId xmlns:a16="http://schemas.microsoft.com/office/drawing/2014/main" id="{4078C34F-C48B-AC79-B321-2977D6E8D397}"/>
              </a:ext>
            </a:extLst>
          </p:cNvPr>
          <p:cNvSpPr>
            <a:spLocks noGrp="1"/>
          </p:cNvSpPr>
          <p:nvPr>
            <p:ph type="body" idx="17" hasCustomPrompt="1"/>
          </p:nvPr>
        </p:nvSpPr>
        <p:spPr>
          <a:xfrm>
            <a:off x="9142794" y="1808101"/>
            <a:ext cx="2486023"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header (18 pt)</a:t>
            </a:r>
          </a:p>
        </p:txBody>
      </p:sp>
      <p:sp>
        <p:nvSpPr>
          <p:cNvPr id="6" name="Content Placeholder 7">
            <a:extLst>
              <a:ext uri="{FF2B5EF4-FFF2-40B4-BE49-F238E27FC236}">
                <a16:creationId xmlns:a16="http://schemas.microsoft.com/office/drawing/2014/main" id="{D8757B56-6AEA-B404-E1F3-74F629CD02F7}"/>
              </a:ext>
            </a:extLst>
          </p:cNvPr>
          <p:cNvSpPr>
            <a:spLocks noGrp="1"/>
          </p:cNvSpPr>
          <p:nvPr>
            <p:ph sz="half" idx="18" hasCustomPrompt="1"/>
          </p:nvPr>
        </p:nvSpPr>
        <p:spPr>
          <a:xfrm>
            <a:off x="9142793" y="2295268"/>
            <a:ext cx="2486023"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p:txBody>
      </p:sp>
      <p:sp>
        <p:nvSpPr>
          <p:cNvPr id="7" name="pagenumber">
            <a:extLst>
              <a:ext uri="{FF2B5EF4-FFF2-40B4-BE49-F238E27FC236}">
                <a16:creationId xmlns:a16="http://schemas.microsoft.com/office/drawing/2014/main" id="{F496B0A9-D99C-603E-A7EA-604B5AB2EC9A}"/>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0" name="copyright">
            <a:extLst>
              <a:ext uri="{FF2B5EF4-FFF2-40B4-BE49-F238E27FC236}">
                <a16:creationId xmlns:a16="http://schemas.microsoft.com/office/drawing/2014/main" id="{6B3E00C9-A195-BF63-20E4-6D0387DBD737}"/>
              </a:ext>
            </a:extLst>
          </p:cNvPr>
          <p:cNvSpPr txBox="1"/>
          <p:nvPr userDrawn="1"/>
        </p:nvSpPr>
        <p:spPr>
          <a:xfrm>
            <a:off x="8579612" y="6481832"/>
            <a:ext cx="2760931" cy="153888"/>
          </a:xfrm>
          <a:prstGeom prst="rect">
            <a:avLst/>
          </a:prstGeom>
          <a:noFill/>
        </p:spPr>
        <p:txBody>
          <a:bodyPr wrap="square" lIns="0" tIns="0" rIns="0" bIns="0" rtlCol="0" anchor="t">
            <a:spAutoFit/>
          </a:bodyPr>
          <a:lstStyle/>
          <a:p>
            <a:pPr algn="r">
              <a:defRPr/>
            </a:pPr>
            <a:r>
              <a:rPr lang="en-US" sz="1000">
                <a:solidFill>
                  <a:schemeClr val="tx1"/>
                </a:solidFill>
              </a:rPr>
              <a:t>Copyright © 2025 Accenture. All rights reserved.</a:t>
            </a:r>
          </a:p>
        </p:txBody>
      </p:sp>
    </p:spTree>
    <p:extLst>
      <p:ext uri="{BB962C8B-B14F-4D97-AF65-F5344CB8AC3E}">
        <p14:creationId xmlns:p14="http://schemas.microsoft.com/office/powerpoint/2010/main" val="38751379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lide-1/4">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37099819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6" name="background">
            <a:extLst>
              <a:ext uri="{FF2B5EF4-FFF2-40B4-BE49-F238E27FC236}">
                <a16:creationId xmlns:a16="http://schemas.microsoft.com/office/drawing/2014/main" id="{1C911D0F-2D3A-205A-EAD5-49E14C70055A}"/>
              </a:ext>
            </a:extLst>
          </p:cNvPr>
          <p:cNvSpPr/>
          <p:nvPr userDrawn="1"/>
        </p:nvSpPr>
        <p:spPr>
          <a:xfrm>
            <a:off x="0" y="0"/>
            <a:ext cx="3238520"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2483637" cy="332399"/>
          </a:xfrm>
          <a:prstGeom prst="rect">
            <a:avLst/>
          </a:prstGeom>
        </p:spPr>
        <p:txBody>
          <a:bodyPr vert="horz" wrap="square" lIns="0" tIns="0" rIns="0" bIns="0">
            <a:spAutoFit/>
          </a:bodyPr>
          <a:lstStyle>
            <a:lvl1pPr>
              <a:defRPr sz="2400" b="1" i="0">
                <a:latin typeface="+mj-lt"/>
              </a:defRPr>
            </a:lvl1pPr>
          </a:lstStyle>
          <a:p>
            <a:r>
              <a:rPr lang="en-US"/>
              <a:t>Place title here</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2483637" cy="553998"/>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607593" y="1808101"/>
            <a:ext cx="8203407"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607594" y="2295268"/>
            <a:ext cx="8203406"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607594" y="6104016"/>
            <a:ext cx="8203407"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381001" y="1808101"/>
            <a:ext cx="2483637"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header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381000" y="2295268"/>
            <a:ext cx="2483637"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97217234"/>
      </p:ext>
    </p:extLst>
  </p:cSld>
  <p:clrMapOvr>
    <a:masterClrMapping/>
  </p:clrMapOvr>
  <p:extLst>
    <p:ext uri="{DCECCB84-F9BA-43D5-87BE-67443E8EF086}">
      <p15:sldGuideLst xmlns:p15="http://schemas.microsoft.com/office/powerpoint/2012/main">
        <p15:guide id="1" pos="1824">
          <p15:clr>
            <a:srgbClr val="FBAE40"/>
          </p15:clr>
        </p15:guide>
        <p15:guide id="2" pos="225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1/3">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28181801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background">
            <a:extLst>
              <a:ext uri="{FF2B5EF4-FFF2-40B4-BE49-F238E27FC236}">
                <a16:creationId xmlns:a16="http://schemas.microsoft.com/office/drawing/2014/main" id="{35166E33-A786-3F71-10A6-FBA37563805B}"/>
              </a:ext>
            </a:extLst>
          </p:cNvPr>
          <p:cNvSpPr/>
          <p:nvPr userDrawn="1"/>
        </p:nvSpPr>
        <p:spPr>
          <a:xfrm>
            <a:off x="-1" y="0"/>
            <a:ext cx="4191015"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3436131" cy="332399"/>
          </a:xfrm>
          <a:prstGeom prst="rect">
            <a:avLst/>
          </a:prstGeom>
        </p:spPr>
        <p:txBody>
          <a:bodyPr vert="horz" wrap="square" lIns="0" tIns="0" rIns="0" bIns="0">
            <a:spAutoFit/>
          </a:bodyPr>
          <a:lstStyle>
            <a:lvl1pPr>
              <a:defRPr sz="2400" b="1" i="0">
                <a:latin typeface="+mj-lt"/>
              </a:defRPr>
            </a:lvl1pPr>
          </a:lstStyle>
          <a:p>
            <a:r>
              <a:rPr lang="en-US"/>
              <a:t>Place slide title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3436131"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4561293" y="1808101"/>
            <a:ext cx="7249709"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4561292" y="2295268"/>
            <a:ext cx="7249708"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4561294" y="6104016"/>
            <a:ext cx="7249709"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381001" y="1808101"/>
            <a:ext cx="3436131"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381000" y="2295268"/>
            <a:ext cx="343613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9514941"/>
      </p:ext>
    </p:extLst>
  </p:cSld>
  <p:clrMapOvr>
    <a:masterClrMapping/>
  </p:clrMapOvr>
  <p:extLst>
    <p:ext uri="{DCECCB84-F9BA-43D5-87BE-67443E8EF086}">
      <p15:sldGuideLst xmlns:p15="http://schemas.microsoft.com/office/powerpoint/2012/main">
        <p15:guide id="1" pos="2424">
          <p15:clr>
            <a:srgbClr val="FBAE40"/>
          </p15:clr>
        </p15:guide>
        <p15:guide id="2" pos="285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lide-1/2">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15793476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background">
            <a:extLst>
              <a:ext uri="{FF2B5EF4-FFF2-40B4-BE49-F238E27FC236}">
                <a16:creationId xmlns:a16="http://schemas.microsoft.com/office/drawing/2014/main" id="{E581E626-9874-5267-9456-2631113CFEB0}"/>
              </a:ext>
            </a:extLst>
          </p:cNvPr>
          <p:cNvSpPr/>
          <p:nvPr userDrawn="1"/>
        </p:nvSpPr>
        <p:spPr>
          <a:xfrm>
            <a:off x="6095997" y="0"/>
            <a:ext cx="6096001"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genumber">
            <a:extLst>
              <a:ext uri="{FF2B5EF4-FFF2-40B4-BE49-F238E27FC236}">
                <a16:creationId xmlns:a16="http://schemas.microsoft.com/office/drawing/2014/main" id="{9DD86037-8708-1E0A-A4B2-63BBCD76F07D}"/>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4" name="copyright">
            <a:extLst>
              <a:ext uri="{FF2B5EF4-FFF2-40B4-BE49-F238E27FC236}">
                <a16:creationId xmlns:a16="http://schemas.microsoft.com/office/drawing/2014/main" id="{EE3FB45A-B1D8-9094-3462-68F4A880463F}"/>
              </a:ext>
            </a:extLst>
          </p:cNvPr>
          <p:cNvSpPr txBox="1"/>
          <p:nvPr userDrawn="1"/>
        </p:nvSpPr>
        <p:spPr>
          <a:xfrm>
            <a:off x="8123581" y="6481831"/>
            <a:ext cx="3216963" cy="153888"/>
          </a:xfrm>
          <a:prstGeom prst="rect">
            <a:avLst/>
          </a:prstGeom>
          <a:noFill/>
        </p:spPr>
        <p:txBody>
          <a:bodyPr wrap="square" lIns="0" tIns="0" rIns="0" bIns="0" rtlCol="0">
            <a:spAutoFit/>
          </a:bodyPr>
          <a:lstStyle/>
          <a:p>
            <a:pPr algn="r">
              <a:defRPr/>
            </a:pPr>
            <a:r>
              <a:rPr lang="en-US" sz="1000">
                <a:solidFill>
                  <a:schemeClr val="tx1"/>
                </a:solidFill>
              </a:rPr>
              <a:t>Copyright © 2025 Accenture. All rights reserved.</a:t>
            </a:r>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5343520" cy="332399"/>
          </a:xfrm>
          <a:prstGeom prst="rect">
            <a:avLst/>
          </a:prstGeom>
        </p:spPr>
        <p:txBody>
          <a:bodyPr vert="horz" wrap="square"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5343520"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1808101"/>
            <a:ext cx="5343521"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2295268"/>
            <a:ext cx="5343520"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5343521"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1808101"/>
            <a:ext cx="5343521" cy="249299"/>
          </a:xfrm>
          <a:prstGeom prst="rect">
            <a:avLst/>
          </a:prstGeom>
        </p:spPr>
        <p:txBody>
          <a:bodyPr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2295268"/>
            <a:ext cx="5343521"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926DF378-1422-E942-1D86-35D0C45F9109}"/>
              </a:ext>
            </a:extLst>
          </p:cNvPr>
          <p:cNvPicPr>
            <a:picLocks noChangeAspect="1"/>
          </p:cNvPicPr>
          <p:nvPr userDrawn="1"/>
        </p:nvPicPr>
        <p:blipFill>
          <a:blip r:embed="rId5"/>
          <a:stretch>
            <a:fillRect/>
          </a:stretch>
        </p:blipFill>
        <p:spPr>
          <a:xfrm>
            <a:off x="11231662" y="136447"/>
            <a:ext cx="806251" cy="366907"/>
          </a:xfrm>
          <a:prstGeom prst="rect">
            <a:avLst/>
          </a:prstGeom>
        </p:spPr>
      </p:pic>
    </p:spTree>
    <p:extLst>
      <p:ext uri="{BB962C8B-B14F-4D97-AF65-F5344CB8AC3E}">
        <p14:creationId xmlns:p14="http://schemas.microsoft.com/office/powerpoint/2010/main" val="2659480782"/>
      </p:ext>
    </p:extLst>
  </p:cSld>
  <p:clrMapOvr>
    <a:masterClrMapping/>
  </p:clrMapOvr>
  <p:extLst>
    <p:ext uri="{DCECCB84-F9BA-43D5-87BE-67443E8EF086}">
      <p15:sldGuideLst xmlns:p15="http://schemas.microsoft.com/office/powerpoint/2012/main">
        <p15:guide id="1" pos="3624">
          <p15:clr>
            <a:srgbClr val="FBAE40"/>
          </p15:clr>
        </p15:guide>
        <p15:guide id="2" pos="405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2/3">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39580503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background">
            <a:extLst>
              <a:ext uri="{FF2B5EF4-FFF2-40B4-BE49-F238E27FC236}">
                <a16:creationId xmlns:a16="http://schemas.microsoft.com/office/drawing/2014/main" id="{414037D3-C17F-4D68-7D35-BF8316FC804E}"/>
              </a:ext>
            </a:extLst>
          </p:cNvPr>
          <p:cNvSpPr/>
          <p:nvPr userDrawn="1"/>
        </p:nvSpPr>
        <p:spPr>
          <a:xfrm>
            <a:off x="8000980" y="0"/>
            <a:ext cx="4191018"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genumber">
            <a:extLst>
              <a:ext uri="{FF2B5EF4-FFF2-40B4-BE49-F238E27FC236}">
                <a16:creationId xmlns:a16="http://schemas.microsoft.com/office/drawing/2014/main" id="{D534A9F5-1647-D909-2961-0A52DBF96F79}"/>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4" name="copyright">
            <a:extLst>
              <a:ext uri="{FF2B5EF4-FFF2-40B4-BE49-F238E27FC236}">
                <a16:creationId xmlns:a16="http://schemas.microsoft.com/office/drawing/2014/main" id="{218DE9ED-7E0E-4730-31B0-6DD0B697CFFA}"/>
              </a:ext>
            </a:extLst>
          </p:cNvPr>
          <p:cNvSpPr txBox="1"/>
          <p:nvPr userDrawn="1"/>
        </p:nvSpPr>
        <p:spPr>
          <a:xfrm>
            <a:off x="8372462" y="6481831"/>
            <a:ext cx="2968082" cy="153888"/>
          </a:xfrm>
          <a:prstGeom prst="rect">
            <a:avLst/>
          </a:prstGeom>
          <a:noFill/>
        </p:spPr>
        <p:txBody>
          <a:bodyPr wrap="square" lIns="0" tIns="0" rIns="0" bIns="0" rtlCol="0">
            <a:spAutoFit/>
          </a:bodyPr>
          <a:lstStyle/>
          <a:p>
            <a:pPr algn="r">
              <a:defRPr/>
            </a:pPr>
            <a:r>
              <a:rPr lang="en-US" sz="1000">
                <a:solidFill>
                  <a:schemeClr val="tx1"/>
                </a:solidFill>
              </a:rPr>
              <a:t>Copyright © 2025 Accenture. All rights reserved.</a:t>
            </a:r>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7248502" cy="332399"/>
          </a:xfrm>
          <a:prstGeom prst="rect">
            <a:avLst/>
          </a:prstGeom>
        </p:spPr>
        <p:txBody>
          <a:bodyPr vert="horz" wrap="square"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7248502"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1808101"/>
            <a:ext cx="7248503"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2295268"/>
            <a:ext cx="7248502"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7248503"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8372463" y="1808101"/>
            <a:ext cx="3436133"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8372462" y="2295268"/>
            <a:ext cx="3436133"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45091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lide-3/4">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1281024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 name="contrast">
            <a:extLst>
              <a:ext uri="{FF2B5EF4-FFF2-40B4-BE49-F238E27FC236}">
                <a16:creationId xmlns:a16="http://schemas.microsoft.com/office/drawing/2014/main" id="{76DC6E6D-A272-3134-B3A1-0160353A5BE0}"/>
              </a:ext>
            </a:extLst>
          </p:cNvPr>
          <p:cNvSpPr/>
          <p:nvPr userDrawn="1">
            <p:custDataLst>
              <p:tags r:id="rId2"/>
            </p:custDataLst>
          </p:nvPr>
        </p:nvSpPr>
        <p:spPr bwMode="ltGray">
          <a:xfrm>
            <a:off x="5724520" y="6477000"/>
            <a:ext cx="6084076" cy="276999"/>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5" name="background">
            <a:extLst>
              <a:ext uri="{FF2B5EF4-FFF2-40B4-BE49-F238E27FC236}">
                <a16:creationId xmlns:a16="http://schemas.microsoft.com/office/drawing/2014/main" id="{C1064FA5-4A32-E796-9268-3BC22B801C96}"/>
              </a:ext>
            </a:extLst>
          </p:cNvPr>
          <p:cNvSpPr/>
          <p:nvPr userDrawn="1"/>
        </p:nvSpPr>
        <p:spPr>
          <a:xfrm>
            <a:off x="9330431" y="0"/>
            <a:ext cx="2861568"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8198612" cy="332399"/>
          </a:xfrm>
          <a:prstGeom prst="rect">
            <a:avLst/>
          </a:prstGeom>
        </p:spPr>
        <p:txBody>
          <a:bodyPr vert="horz" wrap="square"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8198612"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1808101"/>
            <a:ext cx="8198615"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0999" y="2295268"/>
            <a:ext cx="8198613"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8198615"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9142794" y="1808101"/>
            <a:ext cx="2486023"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header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9142793" y="2295268"/>
            <a:ext cx="2486023"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p:txBody>
      </p:sp>
      <p:sp>
        <p:nvSpPr>
          <p:cNvPr id="11" name="pagenumber">
            <a:extLst>
              <a:ext uri="{FF2B5EF4-FFF2-40B4-BE49-F238E27FC236}">
                <a16:creationId xmlns:a16="http://schemas.microsoft.com/office/drawing/2014/main" id="{5DC68A3D-C830-3C85-EC81-F063083FCB3B}"/>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4" name="copyright">
            <a:extLst>
              <a:ext uri="{FF2B5EF4-FFF2-40B4-BE49-F238E27FC236}">
                <a16:creationId xmlns:a16="http://schemas.microsoft.com/office/drawing/2014/main" id="{098B7C2A-5886-B544-CBCF-280AC09EEE04}"/>
              </a:ext>
            </a:extLst>
          </p:cNvPr>
          <p:cNvSpPr txBox="1"/>
          <p:nvPr userDrawn="1"/>
        </p:nvSpPr>
        <p:spPr>
          <a:xfrm>
            <a:off x="9564831" y="6481832"/>
            <a:ext cx="1714321" cy="153888"/>
          </a:xfrm>
          <a:prstGeom prst="rect">
            <a:avLst/>
          </a:prstGeom>
          <a:noFill/>
        </p:spPr>
        <p:txBody>
          <a:bodyPr wrap="square" lIns="0" tIns="0" rIns="0" bIns="0" rtlCol="0" anchor="t">
            <a:spAutoFit/>
          </a:bodyPr>
          <a:lstStyle/>
          <a:p>
            <a:pPr algn="r">
              <a:defRPr/>
            </a:pPr>
            <a:r>
              <a:rPr lang="en-US" sz="1000">
                <a:solidFill>
                  <a:schemeClr val="tx1"/>
                </a:solidFill>
              </a:rPr>
              <a:t>Copyright © 2026 Accenture. All rights reserved.</a:t>
            </a:r>
          </a:p>
        </p:txBody>
      </p:sp>
    </p:spTree>
    <p:extLst>
      <p:ext uri="{BB962C8B-B14F-4D97-AF65-F5344CB8AC3E}">
        <p14:creationId xmlns:p14="http://schemas.microsoft.com/office/powerpoint/2010/main" val="4598106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lide-3/4">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1281024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 name="contrast">
            <a:extLst>
              <a:ext uri="{FF2B5EF4-FFF2-40B4-BE49-F238E27FC236}">
                <a16:creationId xmlns:a16="http://schemas.microsoft.com/office/drawing/2014/main" id="{76DC6E6D-A272-3134-B3A1-0160353A5BE0}"/>
              </a:ext>
            </a:extLst>
          </p:cNvPr>
          <p:cNvSpPr/>
          <p:nvPr userDrawn="1">
            <p:custDataLst>
              <p:tags r:id="rId2"/>
            </p:custDataLst>
          </p:nvPr>
        </p:nvSpPr>
        <p:spPr bwMode="ltGray">
          <a:xfrm>
            <a:off x="5724520" y="6477000"/>
            <a:ext cx="6084076" cy="276999"/>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5" name="background">
            <a:extLst>
              <a:ext uri="{FF2B5EF4-FFF2-40B4-BE49-F238E27FC236}">
                <a16:creationId xmlns:a16="http://schemas.microsoft.com/office/drawing/2014/main" id="{C1064FA5-4A32-E796-9268-3BC22B801C96}"/>
              </a:ext>
            </a:extLst>
          </p:cNvPr>
          <p:cNvSpPr/>
          <p:nvPr userDrawn="1"/>
        </p:nvSpPr>
        <p:spPr>
          <a:xfrm>
            <a:off x="8579613" y="0"/>
            <a:ext cx="3612386"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1000" y="391002"/>
            <a:ext cx="8198612" cy="332399"/>
          </a:xfrm>
          <a:prstGeom prst="rect">
            <a:avLst/>
          </a:prstGeom>
        </p:spPr>
        <p:txBody>
          <a:bodyPr vert="horz" wrap="square" lIns="0" tIns="0" rIns="0" bIns="0">
            <a:spAutoFit/>
          </a:bodyPr>
          <a:lstStyle>
            <a:lvl1pPr>
              <a:defRPr sz="2400" b="1" i="0">
                <a:latin typeface="+mj-lt"/>
              </a:defRPr>
            </a:lvl1pPr>
          </a:lstStyle>
          <a:p>
            <a:r>
              <a:rPr lang="en-US"/>
              <a:t>Place slide title here (24 pt)</a:t>
            </a:r>
          </a:p>
        </p:txBody>
      </p:sp>
      <p:sp>
        <p:nvSpPr>
          <p:cNvPr id="8" name="Subtitle 2">
            <a:extLst>
              <a:ext uri="{FF2B5EF4-FFF2-40B4-BE49-F238E27FC236}">
                <a16:creationId xmlns:a16="http://schemas.microsoft.com/office/drawing/2014/main" id="{1E51D45E-CB43-F27A-41DE-86A12E4D23DC}"/>
              </a:ext>
            </a:extLst>
          </p:cNvPr>
          <p:cNvSpPr>
            <a:spLocks noGrp="1"/>
          </p:cNvSpPr>
          <p:nvPr>
            <p:ph type="subTitle" idx="13" hasCustomPrompt="1"/>
          </p:nvPr>
        </p:nvSpPr>
        <p:spPr>
          <a:xfrm>
            <a:off x="381000" y="860572"/>
            <a:ext cx="8198612" cy="276999"/>
          </a:xfrm>
          <a:prstGeom prst="rect">
            <a:avLst/>
          </a:prstGeom>
        </p:spPr>
        <p:txBody>
          <a:bodyPr wrap="square" lIns="0" tIns="0" rIns="0" bIns="0">
            <a:spAutoFit/>
          </a:bodyPr>
          <a:lstStyle>
            <a:lvl1pPr marL="0" indent="0" algn="l">
              <a:buNone/>
              <a:defRPr sz="2000" b="1">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 slide subtitle here (20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1808101"/>
            <a:ext cx="8198615"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0999" y="2295268"/>
            <a:ext cx="8198613" cy="2442187"/>
          </a:xfrm>
          <a:prstGeom prst="rect">
            <a:avLst/>
          </a:prstGeom>
        </p:spPr>
        <p:txBody>
          <a:bodyPr/>
          <a:lstStyle>
            <a:lvl1pPr marL="285750" indent="-285750">
              <a:buFont typeface="Arial" panose="020B0604020202020204" pitchFamily="34" charset="0"/>
              <a:buChar char="•"/>
              <a:defRPr sz="1600"/>
            </a:lvl1pPr>
            <a:lvl2pPr>
              <a:defRPr sz="1600"/>
            </a:lvl2pPr>
            <a:lvl3pPr>
              <a:defRPr sz="1600"/>
            </a:lvl3pPr>
            <a:lvl4pPr>
              <a:defRPr sz="1600"/>
            </a:lvl4pPr>
            <a:lvl5pPr>
              <a:defRPr sz="1600"/>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ext Placeholder 5">
            <a:extLst>
              <a:ext uri="{FF2B5EF4-FFF2-40B4-BE49-F238E27FC236}">
                <a16:creationId xmlns:a16="http://schemas.microsoft.com/office/drawing/2014/main" id="{A114C50F-B6B9-6DB5-A273-07BC3DE5F1FC}"/>
              </a:ext>
            </a:extLst>
          </p:cNvPr>
          <p:cNvSpPr>
            <a:spLocks noGrp="1"/>
          </p:cNvSpPr>
          <p:nvPr>
            <p:ph type="body" idx="16" hasCustomPrompt="1"/>
          </p:nvPr>
        </p:nvSpPr>
        <p:spPr>
          <a:xfrm>
            <a:off x="381000" y="6104016"/>
            <a:ext cx="8198615" cy="138499"/>
          </a:xfrm>
          <a:prstGeom prst="rect">
            <a:avLst/>
          </a:prstGeom>
        </p:spPr>
        <p:txBody>
          <a:bodyPr wrap="square" lIns="0" tIns="0" rIns="0" bIns="0" anchor="t">
            <a:spAutoFit/>
          </a:bodyPr>
          <a:lstStyle>
            <a:lvl1pPr marL="0" indent="0">
              <a:buNone/>
              <a:defRPr sz="1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9142794" y="1808101"/>
            <a:ext cx="2486023" cy="249299"/>
          </a:xfrm>
          <a:prstGeom prst="rect">
            <a:avLst/>
          </a:prstGeom>
        </p:spPr>
        <p:txBody>
          <a:bodyPr wrap="square" lIns="0" tIns="0" rIns="0" bIns="0" anchor="t">
            <a:sp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header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9142793" y="2295268"/>
            <a:ext cx="2486023" cy="2442187"/>
          </a:xfrm>
          <a:prstGeom prst="rect">
            <a:avLst/>
          </a:prstGeom>
        </p:spPr>
        <p:txBody>
          <a:bodyPr/>
          <a:lstStyle>
            <a:lvl1pPr>
              <a:defRPr sz="1600"/>
            </a:lvl1pPr>
            <a:lvl2pPr>
              <a:defRPr sz="1600"/>
            </a:lvl2pPr>
            <a:lvl3pPr>
              <a:defRPr sz="1600"/>
            </a:lvl3pPr>
            <a:lvl4pPr>
              <a:defRPr sz="1600"/>
            </a:lvl4pPr>
            <a:lvl5pPr>
              <a:defRPr sz="1600"/>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p:txBody>
      </p:sp>
      <p:sp>
        <p:nvSpPr>
          <p:cNvPr id="11" name="pagenumber">
            <a:extLst>
              <a:ext uri="{FF2B5EF4-FFF2-40B4-BE49-F238E27FC236}">
                <a16:creationId xmlns:a16="http://schemas.microsoft.com/office/drawing/2014/main" id="{5DC68A3D-C830-3C85-EC81-F063083FCB3B}"/>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4" name="copyright">
            <a:extLst>
              <a:ext uri="{FF2B5EF4-FFF2-40B4-BE49-F238E27FC236}">
                <a16:creationId xmlns:a16="http://schemas.microsoft.com/office/drawing/2014/main" id="{098B7C2A-5886-B544-CBCF-280AC09EEE04}"/>
              </a:ext>
            </a:extLst>
          </p:cNvPr>
          <p:cNvSpPr txBox="1"/>
          <p:nvPr userDrawn="1"/>
        </p:nvSpPr>
        <p:spPr>
          <a:xfrm>
            <a:off x="8579612" y="6481832"/>
            <a:ext cx="2760931" cy="153888"/>
          </a:xfrm>
          <a:prstGeom prst="rect">
            <a:avLst/>
          </a:prstGeom>
          <a:noFill/>
        </p:spPr>
        <p:txBody>
          <a:bodyPr wrap="square" lIns="0" tIns="0" rIns="0" bIns="0" rtlCol="0" anchor="t">
            <a:spAutoFit/>
          </a:bodyPr>
          <a:lstStyle/>
          <a:p>
            <a:pPr algn="r">
              <a:defRPr/>
            </a:pPr>
            <a:r>
              <a:rPr lang="en-US" sz="1000">
                <a:solidFill>
                  <a:schemeClr val="tx1"/>
                </a:solidFill>
              </a:rPr>
              <a:t>Copyright © 2025 Accenture. All rights reserved.</a:t>
            </a:r>
          </a:p>
        </p:txBody>
      </p:sp>
    </p:spTree>
    <p:extLst>
      <p:ext uri="{BB962C8B-B14F-4D97-AF65-F5344CB8AC3E}">
        <p14:creationId xmlns:p14="http://schemas.microsoft.com/office/powerpoint/2010/main" val="2867820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ver-Back">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0E0196D7-8EDA-1E9A-CF65-E0A0ED85FEC3}"/>
              </a:ext>
            </a:extLst>
          </p:cNvPr>
          <p:cNvGraphicFramePr>
            <a:graphicFrameLocks noChangeAspect="1"/>
          </p:cNvGraphicFramePr>
          <p:nvPr userDrawn="1">
            <p:custDataLst>
              <p:tags r:id="rId1"/>
            </p:custDataLst>
            <p:extLst>
              <p:ext uri="{D42A27DB-BD31-4B8C-83A1-F6EECF244321}">
                <p14:modId xmlns:p14="http://schemas.microsoft.com/office/powerpoint/2010/main" val="15175584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8" name="think-cell data - do not delete" hidden="1">
                        <a:extLst>
                          <a:ext uri="{FF2B5EF4-FFF2-40B4-BE49-F238E27FC236}">
                            <a16:creationId xmlns:a16="http://schemas.microsoft.com/office/drawing/2014/main" id="{0E0196D7-8EDA-1E9A-CF65-E0A0ED85FEC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6" name="logo-firm">
            <a:extLst>
              <a:ext uri="{FF2B5EF4-FFF2-40B4-BE49-F238E27FC236}">
                <a16:creationId xmlns:a16="http://schemas.microsoft.com/office/drawing/2014/main" id="{403A96E2-21C4-548B-5DED-7D396836D2C3}"/>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4679D3BF-195C-19E8-1295-27DE93399E3B}"/>
              </a:ext>
            </a:extLst>
          </p:cNvPr>
          <p:cNvSpPr>
            <a:spLocks noGrp="1"/>
          </p:cNvSpPr>
          <p:nvPr>
            <p:ph type="title" hasCustomPrompt="1"/>
          </p:nvPr>
        </p:nvSpPr>
        <p:spPr>
          <a:xfrm>
            <a:off x="380999" y="3096602"/>
            <a:ext cx="11427595" cy="664797"/>
          </a:xfrm>
          <a:prstGeom prst="rect">
            <a:avLst/>
          </a:prstGeom>
        </p:spPr>
        <p:txBody>
          <a:bodyPr vert="horz" wrap="square" lIns="0" tIns="0" rIns="0" bIns="0">
            <a:spAutoFit/>
          </a:bodyPr>
          <a:lstStyle>
            <a:lvl1pPr algn="ctr">
              <a:defRPr sz="4800" b="1" i="0">
                <a:solidFill>
                  <a:schemeClr val="tx1"/>
                </a:solidFill>
                <a:latin typeface="+mj-lt"/>
              </a:defRPr>
            </a:lvl1pPr>
          </a:lstStyle>
          <a:p>
            <a:r>
              <a:rPr lang="en-US"/>
              <a:t>Place presentation outro here (48 pt)</a:t>
            </a:r>
          </a:p>
        </p:txBody>
      </p:sp>
      <p:sp>
        <p:nvSpPr>
          <p:cNvPr id="9" name="Text Placeholder 3">
            <a:extLst>
              <a:ext uri="{FF2B5EF4-FFF2-40B4-BE49-F238E27FC236}">
                <a16:creationId xmlns:a16="http://schemas.microsoft.com/office/drawing/2014/main" id="{67862CA0-96F3-8B64-E4B3-C5523BA55DE0}"/>
              </a:ext>
            </a:extLst>
          </p:cNvPr>
          <p:cNvSpPr>
            <a:spLocks noGrp="1"/>
          </p:cNvSpPr>
          <p:nvPr>
            <p:ph type="body" idx="1" hasCustomPrompt="1"/>
          </p:nvPr>
        </p:nvSpPr>
        <p:spPr>
          <a:xfrm>
            <a:off x="380999" y="7335867"/>
            <a:ext cx="5343521" cy="249299"/>
          </a:xfrm>
          <a:prstGeom prst="rect">
            <a:avLst/>
          </a:prstGeom>
        </p:spPr>
        <p:txBody>
          <a:bodyPr wrap="square" lIns="0" tIns="0" rIns="0" bIns="0" anchor="b">
            <a:sp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facts header here (18 pt)</a:t>
            </a:r>
          </a:p>
        </p:txBody>
      </p:sp>
      <p:sp>
        <p:nvSpPr>
          <p:cNvPr id="4" name="Content Placeholder 4">
            <a:extLst>
              <a:ext uri="{FF2B5EF4-FFF2-40B4-BE49-F238E27FC236}">
                <a16:creationId xmlns:a16="http://schemas.microsoft.com/office/drawing/2014/main" id="{4C21F854-3BB9-1B89-68AB-C6F2DBFFB933}"/>
              </a:ext>
            </a:extLst>
          </p:cNvPr>
          <p:cNvSpPr>
            <a:spLocks noGrp="1"/>
          </p:cNvSpPr>
          <p:nvPr>
            <p:ph sz="half" idx="2" hasCustomPrompt="1"/>
          </p:nvPr>
        </p:nvSpPr>
        <p:spPr>
          <a:xfrm>
            <a:off x="381000" y="7823034"/>
            <a:ext cx="5343520" cy="2442187"/>
          </a:xfrm>
          <a:prstGeom prst="rect">
            <a:avLst/>
          </a:prstGeom>
        </p:spPr>
        <p:txBody>
          <a:bodyPr/>
          <a:lstStyle>
            <a:lvl1pPr marL="285750" indent="-285750">
              <a:buFont typeface="Arial" panose="020B0604020202020204" pitchFamily="34" charset="0"/>
              <a:buChar cha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Place facts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5" name="Text Placeholder 5">
            <a:extLst>
              <a:ext uri="{FF2B5EF4-FFF2-40B4-BE49-F238E27FC236}">
                <a16:creationId xmlns:a16="http://schemas.microsoft.com/office/drawing/2014/main" id="{D8D15877-E627-FE19-B9CF-8E1AD8DAEAC3}"/>
              </a:ext>
            </a:extLst>
          </p:cNvPr>
          <p:cNvSpPr>
            <a:spLocks noGrp="1"/>
          </p:cNvSpPr>
          <p:nvPr>
            <p:ph type="body" idx="18" hasCustomPrompt="1"/>
          </p:nvPr>
        </p:nvSpPr>
        <p:spPr>
          <a:xfrm>
            <a:off x="380998" y="10503089"/>
            <a:ext cx="5343521" cy="138499"/>
          </a:xfrm>
          <a:prstGeom prst="rect">
            <a:avLst/>
          </a:prstGeom>
        </p:spPr>
        <p:txBody>
          <a:bodyPr wrap="square" lIns="0" tIns="0" rIns="0" bIns="0" anchor="t">
            <a:spAutoFit/>
          </a:bodyPr>
          <a:lstStyle>
            <a:lvl1pPr marL="0" indent="0">
              <a:buNone/>
              <a:defRPr sz="10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footnotes here (10 pt)</a:t>
            </a:r>
          </a:p>
        </p:txBody>
      </p:sp>
      <p:sp>
        <p:nvSpPr>
          <p:cNvPr id="12" name="Text Placeholder 6">
            <a:extLst>
              <a:ext uri="{FF2B5EF4-FFF2-40B4-BE49-F238E27FC236}">
                <a16:creationId xmlns:a16="http://schemas.microsoft.com/office/drawing/2014/main" id="{81C312E1-6A35-DEBD-B6DE-8202E163002B}"/>
              </a:ext>
            </a:extLst>
          </p:cNvPr>
          <p:cNvSpPr>
            <a:spLocks noGrp="1"/>
          </p:cNvSpPr>
          <p:nvPr>
            <p:ph type="body" idx="14" hasCustomPrompt="1"/>
          </p:nvPr>
        </p:nvSpPr>
        <p:spPr>
          <a:xfrm>
            <a:off x="6465075" y="7335867"/>
            <a:ext cx="5343521" cy="249299"/>
          </a:xfrm>
          <a:prstGeom prst="rect">
            <a:avLst/>
          </a:prstGeom>
        </p:spPr>
        <p:txBody>
          <a:bodyPr lIns="0" tIns="0" rIns="0" bIns="0" anchor="b">
            <a:sp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insights header here (18 pt)</a:t>
            </a:r>
          </a:p>
        </p:txBody>
      </p:sp>
      <p:sp>
        <p:nvSpPr>
          <p:cNvPr id="13" name="Content Placeholder 7">
            <a:extLst>
              <a:ext uri="{FF2B5EF4-FFF2-40B4-BE49-F238E27FC236}">
                <a16:creationId xmlns:a16="http://schemas.microsoft.com/office/drawing/2014/main" id="{DA320010-64F2-3346-EA3D-E00327D3287E}"/>
              </a:ext>
            </a:extLst>
          </p:cNvPr>
          <p:cNvSpPr>
            <a:spLocks noGrp="1"/>
          </p:cNvSpPr>
          <p:nvPr>
            <p:ph sz="half" idx="15" hasCustomPrompt="1"/>
          </p:nvPr>
        </p:nvSpPr>
        <p:spPr>
          <a:xfrm>
            <a:off x="6465074" y="7823034"/>
            <a:ext cx="5343521" cy="2442187"/>
          </a:xfrm>
          <a:prstGeom prst="rect">
            <a:avLst/>
          </a:prstGeom>
        </p:spPr>
        <p:txBody>
          <a:bodyPr/>
          <a:lstStyle>
            <a:lvl1pPr>
              <a:defRPr sz="1600">
                <a:solidFill>
                  <a:schemeClr val="bg1"/>
                </a:solidFill>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lang="en-US"/>
              <a:t>Place insights content here (16 pt)</a:t>
            </a:r>
          </a:p>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6787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Defaul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B136279-E5FB-4D95-1111-FFA9B7E1E3C7}"/>
              </a:ext>
            </a:extLst>
          </p:cNvPr>
          <p:cNvGraphicFramePr>
            <a:graphicFrameLocks noChangeAspect="1"/>
          </p:cNvGraphicFramePr>
          <p:nvPr userDrawn="1">
            <p:custDataLst>
              <p:tags r:id="rId1"/>
            </p:custDataLst>
            <p:extLst>
              <p:ext uri="{D42A27DB-BD31-4B8C-83A1-F6EECF244321}">
                <p14:modId xmlns:p14="http://schemas.microsoft.com/office/powerpoint/2010/main" val="5915585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6" name="think-cell data - do not delete" hidden="1">
                        <a:extLst>
                          <a:ext uri="{FF2B5EF4-FFF2-40B4-BE49-F238E27FC236}">
                            <a16:creationId xmlns:a16="http://schemas.microsoft.com/office/drawing/2014/main" id="{2B136279-E5FB-4D95-1111-FFA9B7E1E3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ackground">
            <a:extLst>
              <a:ext uri="{FF2B5EF4-FFF2-40B4-BE49-F238E27FC236}">
                <a16:creationId xmlns:a16="http://schemas.microsoft.com/office/drawing/2014/main" id="{1382D782-6979-D50A-6C36-719E0E2A0B40}"/>
              </a:ext>
            </a:extLst>
          </p:cNvPr>
          <p:cNvSpPr/>
          <p:nvPr userDrawn="1"/>
        </p:nvSpPr>
        <p:spPr>
          <a:xfrm>
            <a:off x="7614413" y="6200774"/>
            <a:ext cx="3612386" cy="6572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7940040" cy="295466"/>
          </a:xfrm>
        </p:spPr>
        <p:txBody>
          <a:bodyPr vert="horz">
            <a:noAutofit/>
          </a:bodyPr>
          <a:lstStyle>
            <a:lvl1pPr marL="0" indent="0" rtl="0">
              <a:buFont typeface="Arial" panose="020B0604020202020204" pitchFamily="34" charset="0"/>
              <a:buNone/>
              <a:defRPr sz="2400" b="1"/>
            </a:lvl1pPr>
          </a:lstStyle>
          <a:p>
            <a:r>
              <a:rPr lang="es-ES_tradnl"/>
              <a:t>Place </a:t>
            </a:r>
            <a:r>
              <a:rPr lang="es-ES_tradnl" err="1"/>
              <a:t>headline</a:t>
            </a:r>
            <a:r>
              <a:rPr lang="es-ES_tradnl"/>
              <a:t> </a:t>
            </a:r>
            <a:r>
              <a:rPr lang="es-ES_tradnl" err="1"/>
              <a:t>here</a:t>
            </a:r>
            <a:r>
              <a:rPr lang="es-ES_tradnl"/>
              <a:t> (24pt)</a:t>
            </a:r>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2215070"/>
            <a:ext cx="11430000" cy="3836833"/>
          </a:xfrm>
        </p:spPr>
        <p:txBody>
          <a:bodyPr>
            <a:noAutofit/>
          </a:bodyPr>
          <a:lstStyle>
            <a:lvl1pPr marL="0" indent="0" rtl="0">
              <a:buNone/>
              <a:defRPr sz="1600"/>
            </a:lvl1pPr>
          </a:lstStyle>
          <a:p>
            <a:pPr lvl="0"/>
            <a:r>
              <a:rPr lang="es-ES_tradnl"/>
              <a:t>Place </a:t>
            </a:r>
            <a:r>
              <a:rPr lang="es-ES_tradnl" err="1"/>
              <a:t>content</a:t>
            </a:r>
            <a:r>
              <a:rPr lang="es-ES_tradnl"/>
              <a:t> </a:t>
            </a:r>
            <a:r>
              <a:rPr lang="es-ES_tradnl" err="1"/>
              <a:t>here</a:t>
            </a:r>
            <a:r>
              <a:rPr lang="es-ES_tradnl"/>
              <a:t> (16pt)</a:t>
            </a:r>
          </a:p>
        </p:txBody>
      </p:sp>
      <p:sp>
        <p:nvSpPr>
          <p:cNvPr id="4" name="Text Placeholder 3">
            <a:extLst>
              <a:ext uri="{FF2B5EF4-FFF2-40B4-BE49-F238E27FC236}">
                <a16:creationId xmlns:a16="http://schemas.microsoft.com/office/drawing/2014/main" id="{535CD0A4-73BB-967F-F123-D6325955E5A0}"/>
              </a:ext>
            </a:extLst>
          </p:cNvPr>
          <p:cNvSpPr>
            <a:spLocks noGrp="1"/>
          </p:cNvSpPr>
          <p:nvPr>
            <p:ph type="body" sz="quarter" idx="11" hasCustomPrompt="1"/>
          </p:nvPr>
        </p:nvSpPr>
        <p:spPr>
          <a:xfrm>
            <a:off x="381000" y="785703"/>
            <a:ext cx="8001000" cy="307777"/>
          </a:xfrm>
        </p:spPr>
        <p:txBody>
          <a:bodyPr>
            <a:noAutofit/>
          </a:bodyPr>
          <a:lstStyle>
            <a:lvl1pPr marL="0" indent="0" rtl="0">
              <a:buNone/>
              <a:defRPr sz="20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s-ES_tradnl"/>
              <a:t>Place </a:t>
            </a:r>
            <a:r>
              <a:rPr lang="es-ES_tradnl" err="1"/>
              <a:t>sub-headline</a:t>
            </a:r>
            <a:r>
              <a:rPr lang="es-ES_tradnl"/>
              <a:t> </a:t>
            </a:r>
            <a:r>
              <a:rPr lang="es-ES_tradnl" err="1"/>
              <a:t>here</a:t>
            </a:r>
            <a:r>
              <a:rPr lang="es-ES_tradnl"/>
              <a:t> up </a:t>
            </a:r>
            <a:r>
              <a:rPr lang="es-ES_tradnl" err="1"/>
              <a:t>to</a:t>
            </a:r>
            <a:r>
              <a:rPr lang="es-ES_tradnl"/>
              <a:t> </a:t>
            </a:r>
            <a:r>
              <a:rPr lang="es-ES_tradnl" err="1"/>
              <a:t>two</a:t>
            </a:r>
            <a:r>
              <a:rPr lang="es-ES_tradnl"/>
              <a:t> </a:t>
            </a:r>
            <a:r>
              <a:rPr lang="es-ES_tradnl" err="1"/>
              <a:t>lines</a:t>
            </a:r>
            <a:r>
              <a:rPr lang="es-ES_tradnl"/>
              <a:t> </a:t>
            </a:r>
            <a:r>
              <a:rPr lang="es-ES_tradnl" err="1"/>
              <a:t>maximum</a:t>
            </a:r>
            <a:r>
              <a:rPr lang="es-ES_tradnl"/>
              <a:t> (20pt)</a:t>
            </a:r>
          </a:p>
        </p:txBody>
      </p:sp>
      <p:sp>
        <p:nvSpPr>
          <p:cNvPr id="5" name="Text Placeholder 5">
            <a:extLst>
              <a:ext uri="{FF2B5EF4-FFF2-40B4-BE49-F238E27FC236}">
                <a16:creationId xmlns:a16="http://schemas.microsoft.com/office/drawing/2014/main" id="{82D5ED91-9B0D-089C-6F8D-30A6B99E88F4}"/>
              </a:ext>
            </a:extLst>
          </p:cNvPr>
          <p:cNvSpPr>
            <a:spLocks noGrp="1"/>
          </p:cNvSpPr>
          <p:nvPr>
            <p:ph type="body" sz="quarter" idx="55" hasCustomPrompt="1"/>
          </p:nvPr>
        </p:nvSpPr>
        <p:spPr>
          <a:xfrm>
            <a:off x="381000" y="164915"/>
            <a:ext cx="11430000" cy="153888"/>
          </a:xfrm>
        </p:spPr>
        <p:txBody>
          <a:bodyPr>
            <a:noAutofit/>
          </a:bodyPr>
          <a:lstStyle>
            <a:lvl1pPr marL="0" indent="0" rtl="0">
              <a:buNone/>
              <a:defRPr sz="1000" cap="all" baseline="0">
                <a:solidFill>
                  <a:schemeClr val="accent1"/>
                </a:solidFill>
              </a:defRPr>
            </a:lvl1pPr>
            <a:lvl2pPr>
              <a:defRPr sz="1600" cap="all" baseline="0"/>
            </a:lvl2pPr>
            <a:lvl3pPr>
              <a:defRPr sz="1600" cap="all" baseline="0"/>
            </a:lvl3pPr>
            <a:lvl4pPr>
              <a:defRPr sz="1600" cap="all" baseline="0"/>
            </a:lvl4pPr>
            <a:lvl5pPr>
              <a:defRPr sz="1600" cap="all" baseline="0"/>
            </a:lvl5pPr>
          </a:lstStyle>
          <a:p>
            <a:pPr lvl="0"/>
            <a:r>
              <a:rPr lang="es-ES_tradnl" err="1"/>
              <a:t>Section</a:t>
            </a:r>
            <a:r>
              <a:rPr lang="es-ES_tradnl"/>
              <a:t> </a:t>
            </a:r>
            <a:r>
              <a:rPr lang="es-ES_tradnl" err="1"/>
              <a:t>Title</a:t>
            </a:r>
            <a:r>
              <a:rPr lang="es-ES_tradnl"/>
              <a:t> (10pt)</a:t>
            </a:r>
          </a:p>
        </p:txBody>
      </p:sp>
      <p:sp>
        <p:nvSpPr>
          <p:cNvPr id="9" name="Content Placeholder 7">
            <a:extLst>
              <a:ext uri="{FF2B5EF4-FFF2-40B4-BE49-F238E27FC236}">
                <a16:creationId xmlns:a16="http://schemas.microsoft.com/office/drawing/2014/main" id="{EC81218E-1C75-C114-95A3-7ECA035D0B5E}"/>
              </a:ext>
            </a:extLst>
          </p:cNvPr>
          <p:cNvSpPr>
            <a:spLocks noGrp="1"/>
          </p:cNvSpPr>
          <p:nvPr>
            <p:ph sz="quarter" idx="56" hasCustomPrompt="1"/>
          </p:nvPr>
        </p:nvSpPr>
        <p:spPr>
          <a:xfrm>
            <a:off x="381000" y="1808163"/>
            <a:ext cx="11430000" cy="313350"/>
          </a:xfrm>
        </p:spPr>
        <p:txBody>
          <a:bodyPr bIns="36000">
            <a:noAutofit/>
          </a:bodyPr>
          <a:lstStyle>
            <a:lvl1pPr marL="0" indent="0" rtl="0">
              <a:buNone/>
              <a:defRPr sz="1800" b="1">
                <a:solidFill>
                  <a:schemeClr val="accent4"/>
                </a:solidFill>
              </a:defRPr>
            </a:lvl1pPr>
          </a:lstStyle>
          <a:p>
            <a:pPr lvl="0"/>
            <a:r>
              <a:rPr lang="es-ES_tradnl"/>
              <a:t>Place figures, </a:t>
            </a:r>
            <a:r>
              <a:rPr lang="es-ES_tradnl" err="1"/>
              <a:t>facts</a:t>
            </a:r>
            <a:r>
              <a:rPr lang="es-ES_tradnl"/>
              <a:t> and </a:t>
            </a:r>
            <a:r>
              <a:rPr lang="es-ES_tradnl" err="1"/>
              <a:t>insights</a:t>
            </a:r>
            <a:r>
              <a:rPr lang="es-ES_tradnl"/>
              <a:t> </a:t>
            </a:r>
            <a:r>
              <a:rPr lang="es-ES_tradnl" err="1"/>
              <a:t>here</a:t>
            </a:r>
            <a:r>
              <a:rPr lang="es-ES_tradnl"/>
              <a:t> (18pt)</a:t>
            </a:r>
          </a:p>
        </p:txBody>
      </p:sp>
      <p:sp>
        <p:nvSpPr>
          <p:cNvPr id="12" name="Text Placeholder 11">
            <a:extLst>
              <a:ext uri="{FF2B5EF4-FFF2-40B4-BE49-F238E27FC236}">
                <a16:creationId xmlns:a16="http://schemas.microsoft.com/office/drawing/2014/main" id="{72999186-D1B4-C82E-7BAD-4FEFE61AF2DE}"/>
              </a:ext>
            </a:extLst>
          </p:cNvPr>
          <p:cNvSpPr>
            <a:spLocks noGrp="1"/>
          </p:cNvSpPr>
          <p:nvPr>
            <p:ph type="body" sz="quarter" idx="57" hasCustomPrompt="1"/>
          </p:nvPr>
        </p:nvSpPr>
        <p:spPr>
          <a:xfrm>
            <a:off x="381000" y="6200775"/>
            <a:ext cx="11430000" cy="149225"/>
          </a:xfrm>
        </p:spPr>
        <p:txBody>
          <a:bodyPr>
            <a:noAutofit/>
          </a:bodyPr>
          <a:lstStyle>
            <a:lvl1pPr rtl="0">
              <a:defRPr sz="800"/>
            </a:lvl1pPr>
            <a:lvl2pPr>
              <a:defRPr sz="800"/>
            </a:lvl2pPr>
            <a:lvl3pPr>
              <a:defRPr sz="800"/>
            </a:lvl3pPr>
            <a:lvl4pPr>
              <a:defRPr sz="800"/>
            </a:lvl4pPr>
            <a:lvl5pPr>
              <a:defRPr sz="800"/>
            </a:lvl5pPr>
          </a:lstStyle>
          <a:p>
            <a:pPr lvl="0"/>
            <a:r>
              <a:rPr lang="es-ES_tradnl"/>
              <a:t>Place </a:t>
            </a:r>
            <a:r>
              <a:rPr lang="es-ES_tradnl" err="1"/>
              <a:t>footnotes</a:t>
            </a:r>
            <a:r>
              <a:rPr lang="es-ES_tradnl"/>
              <a:t> </a:t>
            </a:r>
            <a:r>
              <a:rPr lang="es-ES_tradnl" err="1"/>
              <a:t>here</a:t>
            </a:r>
            <a:r>
              <a:rPr lang="es-ES_tradnl"/>
              <a:t> (8pt)</a:t>
            </a:r>
          </a:p>
        </p:txBody>
      </p:sp>
      <p:sp>
        <p:nvSpPr>
          <p:cNvPr id="3" name="background">
            <a:extLst>
              <a:ext uri="{FF2B5EF4-FFF2-40B4-BE49-F238E27FC236}">
                <a16:creationId xmlns:a16="http://schemas.microsoft.com/office/drawing/2014/main" id="{E66E3781-9802-0C14-B154-2A941545C5F6}"/>
              </a:ext>
            </a:extLst>
          </p:cNvPr>
          <p:cNvSpPr/>
          <p:nvPr userDrawn="1"/>
        </p:nvSpPr>
        <p:spPr>
          <a:xfrm>
            <a:off x="8579613" y="0"/>
            <a:ext cx="3612386"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genumber">
            <a:extLst>
              <a:ext uri="{FF2B5EF4-FFF2-40B4-BE49-F238E27FC236}">
                <a16:creationId xmlns:a16="http://schemas.microsoft.com/office/drawing/2014/main" id="{A3E0905A-BC7C-1027-2E00-61768A7B43D8}"/>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14" name="copyright">
            <a:extLst>
              <a:ext uri="{FF2B5EF4-FFF2-40B4-BE49-F238E27FC236}">
                <a16:creationId xmlns:a16="http://schemas.microsoft.com/office/drawing/2014/main" id="{D199CF0C-7F9D-9868-7059-580A4CF60B0F}"/>
              </a:ext>
            </a:extLst>
          </p:cNvPr>
          <p:cNvSpPr txBox="1"/>
          <p:nvPr userDrawn="1"/>
        </p:nvSpPr>
        <p:spPr>
          <a:xfrm>
            <a:off x="8839200" y="6385308"/>
            <a:ext cx="2501344" cy="307777"/>
          </a:xfrm>
          <a:prstGeom prst="rect">
            <a:avLst/>
          </a:prstGeom>
          <a:noFill/>
        </p:spPr>
        <p:txBody>
          <a:bodyPr wrap="square" lIns="0" tIns="0" rIns="0" bIns="0" rtlCol="0">
            <a:spAutoFit/>
          </a:bodyPr>
          <a:lstStyle/>
          <a:p>
            <a:pPr algn="r">
              <a:defRPr/>
            </a:pPr>
            <a:r>
              <a:rPr lang="en-US" sz="1000">
                <a:solidFill>
                  <a:schemeClr val="tx1"/>
                </a:solidFill>
              </a:rPr>
              <a:t>Copyright © 2025 MASORANGE &amp; Accenture. All rights reserved.</a:t>
            </a:r>
          </a:p>
        </p:txBody>
      </p:sp>
    </p:spTree>
    <p:extLst>
      <p:ext uri="{BB962C8B-B14F-4D97-AF65-F5344CB8AC3E}">
        <p14:creationId xmlns:p14="http://schemas.microsoft.com/office/powerpoint/2010/main" val="2399273971"/>
      </p:ext>
    </p:extLst>
  </p:cSld>
  <p:clrMapOvr>
    <a:masterClrMapping/>
  </p:clrMapOvr>
  <p:extLst>
    <p:ext uri="{DCECCB84-F9BA-43D5-87BE-67443E8EF086}">
      <p15:sldGuideLst xmlns:p15="http://schemas.microsoft.com/office/powerpoint/2012/main">
        <p15:guide id="1" orient="horz" pos="890">
          <p15:clr>
            <a:srgbClr val="5ACBF0"/>
          </p15:clr>
        </p15:guide>
        <p15:guide id="2" orient="horz" pos="138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Defaul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B136279-E5FB-4D95-1111-FFA9B7E1E3C7}"/>
              </a:ext>
            </a:extLst>
          </p:cNvPr>
          <p:cNvGraphicFramePr>
            <a:graphicFrameLocks noChangeAspect="1"/>
          </p:cNvGraphicFramePr>
          <p:nvPr userDrawn="1">
            <p:custDataLst>
              <p:tags r:id="rId1"/>
            </p:custDataLst>
            <p:extLst>
              <p:ext uri="{D42A27DB-BD31-4B8C-83A1-F6EECF244321}">
                <p14:modId xmlns:p14="http://schemas.microsoft.com/office/powerpoint/2010/main" val="37040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6" name="think-cell data - do not delete" hidden="1">
                        <a:extLst>
                          <a:ext uri="{FF2B5EF4-FFF2-40B4-BE49-F238E27FC236}">
                            <a16:creationId xmlns:a16="http://schemas.microsoft.com/office/drawing/2014/main" id="{2B136279-E5FB-4D95-1111-FFA9B7E1E3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background">
            <a:extLst>
              <a:ext uri="{FF2B5EF4-FFF2-40B4-BE49-F238E27FC236}">
                <a16:creationId xmlns:a16="http://schemas.microsoft.com/office/drawing/2014/main" id="{114A1843-EA7B-F19D-784B-468EEF90E1B4}"/>
              </a:ext>
            </a:extLst>
          </p:cNvPr>
          <p:cNvSpPr/>
          <p:nvPr userDrawn="1"/>
        </p:nvSpPr>
        <p:spPr>
          <a:xfrm>
            <a:off x="0" y="0"/>
            <a:ext cx="4235570"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7940040" cy="295466"/>
          </a:xfrm>
        </p:spPr>
        <p:txBody>
          <a:bodyPr vert="horz">
            <a:noAutofit/>
          </a:bodyPr>
          <a:lstStyle>
            <a:lvl1pPr marL="0" indent="0" rtl="0">
              <a:buFont typeface="Arial" panose="020B0604020202020204" pitchFamily="34" charset="0"/>
              <a:buNone/>
              <a:defRPr sz="2400" b="1"/>
            </a:lvl1pPr>
          </a:lstStyle>
          <a:p>
            <a:r>
              <a:rPr lang="es-ES_tradnl"/>
              <a:t>Place </a:t>
            </a:r>
            <a:r>
              <a:rPr lang="es-ES_tradnl" err="1"/>
              <a:t>headline</a:t>
            </a:r>
            <a:r>
              <a:rPr lang="es-ES_tradnl"/>
              <a:t> </a:t>
            </a:r>
            <a:r>
              <a:rPr lang="es-ES_tradnl" err="1"/>
              <a:t>here</a:t>
            </a:r>
            <a:r>
              <a:rPr lang="es-ES_tradnl"/>
              <a:t> (24pt)</a:t>
            </a:r>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2215070"/>
            <a:ext cx="11430000" cy="3836833"/>
          </a:xfrm>
        </p:spPr>
        <p:txBody>
          <a:bodyPr>
            <a:noAutofit/>
          </a:bodyPr>
          <a:lstStyle>
            <a:lvl1pPr marL="0" indent="0" rtl="0">
              <a:buNone/>
              <a:defRPr sz="1600"/>
            </a:lvl1pPr>
          </a:lstStyle>
          <a:p>
            <a:pPr lvl="0"/>
            <a:r>
              <a:rPr lang="es-ES_tradnl"/>
              <a:t>Place </a:t>
            </a:r>
            <a:r>
              <a:rPr lang="es-ES_tradnl" err="1"/>
              <a:t>content</a:t>
            </a:r>
            <a:r>
              <a:rPr lang="es-ES_tradnl"/>
              <a:t> </a:t>
            </a:r>
            <a:r>
              <a:rPr lang="es-ES_tradnl" err="1"/>
              <a:t>here</a:t>
            </a:r>
            <a:r>
              <a:rPr lang="es-ES_tradnl"/>
              <a:t> (16pt)</a:t>
            </a:r>
          </a:p>
        </p:txBody>
      </p:sp>
      <p:sp>
        <p:nvSpPr>
          <p:cNvPr id="4" name="Text Placeholder 3">
            <a:extLst>
              <a:ext uri="{FF2B5EF4-FFF2-40B4-BE49-F238E27FC236}">
                <a16:creationId xmlns:a16="http://schemas.microsoft.com/office/drawing/2014/main" id="{535CD0A4-73BB-967F-F123-D6325955E5A0}"/>
              </a:ext>
            </a:extLst>
          </p:cNvPr>
          <p:cNvSpPr>
            <a:spLocks noGrp="1"/>
          </p:cNvSpPr>
          <p:nvPr>
            <p:ph type="body" sz="quarter" idx="11" hasCustomPrompt="1"/>
          </p:nvPr>
        </p:nvSpPr>
        <p:spPr>
          <a:xfrm>
            <a:off x="381000" y="785703"/>
            <a:ext cx="8001000" cy="307777"/>
          </a:xfrm>
        </p:spPr>
        <p:txBody>
          <a:bodyPr>
            <a:noAutofit/>
          </a:bodyPr>
          <a:lstStyle>
            <a:lvl1pPr marL="0" indent="0" rtl="0">
              <a:buNone/>
              <a:defRPr sz="20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s-ES_tradnl"/>
              <a:t>Place </a:t>
            </a:r>
            <a:r>
              <a:rPr lang="es-ES_tradnl" err="1"/>
              <a:t>sub-headline</a:t>
            </a:r>
            <a:r>
              <a:rPr lang="es-ES_tradnl"/>
              <a:t> </a:t>
            </a:r>
            <a:r>
              <a:rPr lang="es-ES_tradnl" err="1"/>
              <a:t>here</a:t>
            </a:r>
            <a:r>
              <a:rPr lang="es-ES_tradnl"/>
              <a:t> up </a:t>
            </a:r>
            <a:r>
              <a:rPr lang="es-ES_tradnl" err="1"/>
              <a:t>to</a:t>
            </a:r>
            <a:r>
              <a:rPr lang="es-ES_tradnl"/>
              <a:t> </a:t>
            </a:r>
            <a:r>
              <a:rPr lang="es-ES_tradnl" err="1"/>
              <a:t>two</a:t>
            </a:r>
            <a:r>
              <a:rPr lang="es-ES_tradnl"/>
              <a:t> </a:t>
            </a:r>
            <a:r>
              <a:rPr lang="es-ES_tradnl" err="1"/>
              <a:t>lines</a:t>
            </a:r>
            <a:r>
              <a:rPr lang="es-ES_tradnl"/>
              <a:t> </a:t>
            </a:r>
            <a:r>
              <a:rPr lang="es-ES_tradnl" err="1"/>
              <a:t>maximum</a:t>
            </a:r>
            <a:r>
              <a:rPr lang="es-ES_tradnl"/>
              <a:t> (20pt)</a:t>
            </a:r>
          </a:p>
        </p:txBody>
      </p:sp>
      <p:sp>
        <p:nvSpPr>
          <p:cNvPr id="5" name="Text Placeholder 5">
            <a:extLst>
              <a:ext uri="{FF2B5EF4-FFF2-40B4-BE49-F238E27FC236}">
                <a16:creationId xmlns:a16="http://schemas.microsoft.com/office/drawing/2014/main" id="{82D5ED91-9B0D-089C-6F8D-30A6B99E88F4}"/>
              </a:ext>
            </a:extLst>
          </p:cNvPr>
          <p:cNvSpPr>
            <a:spLocks noGrp="1"/>
          </p:cNvSpPr>
          <p:nvPr>
            <p:ph type="body" sz="quarter" idx="55" hasCustomPrompt="1"/>
          </p:nvPr>
        </p:nvSpPr>
        <p:spPr>
          <a:xfrm>
            <a:off x="381000" y="164915"/>
            <a:ext cx="11430000" cy="153888"/>
          </a:xfrm>
        </p:spPr>
        <p:txBody>
          <a:bodyPr>
            <a:noAutofit/>
          </a:bodyPr>
          <a:lstStyle>
            <a:lvl1pPr marL="0" indent="0" rtl="0">
              <a:buNone/>
              <a:defRPr sz="1000" cap="all" baseline="0">
                <a:solidFill>
                  <a:schemeClr val="accent1"/>
                </a:solidFill>
              </a:defRPr>
            </a:lvl1pPr>
            <a:lvl2pPr>
              <a:defRPr sz="1600" cap="all" baseline="0"/>
            </a:lvl2pPr>
            <a:lvl3pPr>
              <a:defRPr sz="1600" cap="all" baseline="0"/>
            </a:lvl3pPr>
            <a:lvl4pPr>
              <a:defRPr sz="1600" cap="all" baseline="0"/>
            </a:lvl4pPr>
            <a:lvl5pPr>
              <a:defRPr sz="1600" cap="all" baseline="0"/>
            </a:lvl5pPr>
          </a:lstStyle>
          <a:p>
            <a:pPr lvl="0"/>
            <a:r>
              <a:rPr lang="es-ES_tradnl" err="1"/>
              <a:t>Section</a:t>
            </a:r>
            <a:r>
              <a:rPr lang="es-ES_tradnl"/>
              <a:t> </a:t>
            </a:r>
            <a:r>
              <a:rPr lang="es-ES_tradnl" err="1"/>
              <a:t>Title</a:t>
            </a:r>
            <a:r>
              <a:rPr lang="es-ES_tradnl"/>
              <a:t> (10pt)</a:t>
            </a:r>
          </a:p>
        </p:txBody>
      </p:sp>
      <p:sp>
        <p:nvSpPr>
          <p:cNvPr id="9" name="Content Placeholder 7">
            <a:extLst>
              <a:ext uri="{FF2B5EF4-FFF2-40B4-BE49-F238E27FC236}">
                <a16:creationId xmlns:a16="http://schemas.microsoft.com/office/drawing/2014/main" id="{EC81218E-1C75-C114-95A3-7ECA035D0B5E}"/>
              </a:ext>
            </a:extLst>
          </p:cNvPr>
          <p:cNvSpPr>
            <a:spLocks noGrp="1"/>
          </p:cNvSpPr>
          <p:nvPr>
            <p:ph sz="quarter" idx="56" hasCustomPrompt="1"/>
          </p:nvPr>
        </p:nvSpPr>
        <p:spPr>
          <a:xfrm>
            <a:off x="381000" y="1808163"/>
            <a:ext cx="11430000" cy="313350"/>
          </a:xfrm>
        </p:spPr>
        <p:txBody>
          <a:bodyPr bIns="36000">
            <a:noAutofit/>
          </a:bodyPr>
          <a:lstStyle>
            <a:lvl1pPr marL="0" indent="0" rtl="0">
              <a:buNone/>
              <a:defRPr sz="1800" b="1">
                <a:solidFill>
                  <a:schemeClr val="accent4"/>
                </a:solidFill>
              </a:defRPr>
            </a:lvl1pPr>
          </a:lstStyle>
          <a:p>
            <a:pPr lvl="0"/>
            <a:r>
              <a:rPr lang="es-ES_tradnl"/>
              <a:t>Place figures, </a:t>
            </a:r>
            <a:r>
              <a:rPr lang="es-ES_tradnl" err="1"/>
              <a:t>facts</a:t>
            </a:r>
            <a:r>
              <a:rPr lang="es-ES_tradnl"/>
              <a:t> and </a:t>
            </a:r>
            <a:r>
              <a:rPr lang="es-ES_tradnl" err="1"/>
              <a:t>insights</a:t>
            </a:r>
            <a:r>
              <a:rPr lang="es-ES_tradnl"/>
              <a:t> </a:t>
            </a:r>
            <a:r>
              <a:rPr lang="es-ES_tradnl" err="1"/>
              <a:t>here</a:t>
            </a:r>
            <a:r>
              <a:rPr lang="es-ES_tradnl"/>
              <a:t> (18pt)</a:t>
            </a:r>
          </a:p>
        </p:txBody>
      </p:sp>
      <p:sp>
        <p:nvSpPr>
          <p:cNvPr id="12" name="Text Placeholder 11">
            <a:extLst>
              <a:ext uri="{FF2B5EF4-FFF2-40B4-BE49-F238E27FC236}">
                <a16:creationId xmlns:a16="http://schemas.microsoft.com/office/drawing/2014/main" id="{72999186-D1B4-C82E-7BAD-4FEFE61AF2DE}"/>
              </a:ext>
            </a:extLst>
          </p:cNvPr>
          <p:cNvSpPr>
            <a:spLocks noGrp="1"/>
          </p:cNvSpPr>
          <p:nvPr>
            <p:ph type="body" sz="quarter" idx="57" hasCustomPrompt="1"/>
          </p:nvPr>
        </p:nvSpPr>
        <p:spPr>
          <a:xfrm>
            <a:off x="381000" y="6200775"/>
            <a:ext cx="11430000" cy="149225"/>
          </a:xfrm>
        </p:spPr>
        <p:txBody>
          <a:bodyPr>
            <a:noAutofit/>
          </a:bodyPr>
          <a:lstStyle>
            <a:lvl1pPr rtl="0">
              <a:defRPr sz="800"/>
            </a:lvl1pPr>
            <a:lvl2pPr>
              <a:defRPr sz="800"/>
            </a:lvl2pPr>
            <a:lvl3pPr>
              <a:defRPr sz="800"/>
            </a:lvl3pPr>
            <a:lvl4pPr>
              <a:defRPr sz="800"/>
            </a:lvl4pPr>
            <a:lvl5pPr>
              <a:defRPr sz="800"/>
            </a:lvl5pPr>
          </a:lstStyle>
          <a:p>
            <a:pPr lvl="0"/>
            <a:r>
              <a:rPr lang="es-ES_tradnl"/>
              <a:t>Place </a:t>
            </a:r>
            <a:r>
              <a:rPr lang="es-ES_tradnl" err="1"/>
              <a:t>footnotes</a:t>
            </a:r>
            <a:r>
              <a:rPr lang="es-ES_tradnl"/>
              <a:t> </a:t>
            </a:r>
            <a:r>
              <a:rPr lang="es-ES_tradnl" err="1"/>
              <a:t>here</a:t>
            </a:r>
            <a:r>
              <a:rPr lang="es-ES_tradnl"/>
              <a:t> (8pt)</a:t>
            </a:r>
          </a:p>
        </p:txBody>
      </p:sp>
      <p:sp>
        <p:nvSpPr>
          <p:cNvPr id="7" name="pagenumber">
            <a:extLst>
              <a:ext uri="{FF2B5EF4-FFF2-40B4-BE49-F238E27FC236}">
                <a16:creationId xmlns:a16="http://schemas.microsoft.com/office/drawing/2014/main" id="{A3E0905A-BC7C-1027-2E00-61768A7B43D8}"/>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Tree>
    <p:extLst>
      <p:ext uri="{BB962C8B-B14F-4D97-AF65-F5344CB8AC3E}">
        <p14:creationId xmlns:p14="http://schemas.microsoft.com/office/powerpoint/2010/main" val="4292394349"/>
      </p:ext>
    </p:extLst>
  </p:cSld>
  <p:clrMapOvr>
    <a:masterClrMapping/>
  </p:clrMapOvr>
  <p:extLst>
    <p:ext uri="{DCECCB84-F9BA-43D5-87BE-67443E8EF086}">
      <p15:sldGuideLst xmlns:p15="http://schemas.microsoft.com/office/powerpoint/2012/main">
        <p15:guide id="1" orient="horz" pos="890">
          <p15:clr>
            <a:srgbClr val="5ACBF0"/>
          </p15:clr>
        </p15:guide>
        <p15:guide id="2" orient="horz" pos="138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B136279-E5FB-4D95-1111-FFA9B7E1E3C7}"/>
              </a:ext>
            </a:extLst>
          </p:cNvPr>
          <p:cNvGraphicFramePr>
            <a:graphicFrameLocks noChangeAspect="1"/>
          </p:cNvGraphicFramePr>
          <p:nvPr userDrawn="1">
            <p:custDataLst>
              <p:tags r:id="rId1"/>
            </p:custDataLst>
            <p:extLst>
              <p:ext uri="{D42A27DB-BD31-4B8C-83A1-F6EECF244321}">
                <p14:modId xmlns:p14="http://schemas.microsoft.com/office/powerpoint/2010/main" val="2304637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4" progId="TCLayout.ActiveDocument.1">
                  <p:embed/>
                </p:oleObj>
              </mc:Choice>
              <mc:Fallback>
                <p:oleObj name="think-cell Slide" r:id="rId4" imgW="484" imgH="484" progId="TCLayout.ActiveDocument.1">
                  <p:embed/>
                  <p:pic>
                    <p:nvPicPr>
                      <p:cNvPr id="6" name="think-cell data - do not delete" hidden="1">
                        <a:extLst>
                          <a:ext uri="{FF2B5EF4-FFF2-40B4-BE49-F238E27FC236}">
                            <a16:creationId xmlns:a16="http://schemas.microsoft.com/office/drawing/2014/main" id="{2B136279-E5FB-4D95-1111-FFA9B7E1E3C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RectangleDark">
            <a:extLst>
              <a:ext uri="{FF2B5EF4-FFF2-40B4-BE49-F238E27FC236}">
                <a16:creationId xmlns:a16="http://schemas.microsoft.com/office/drawing/2014/main" id="{00E1900C-02C7-D19E-F35B-99DB60212B89}"/>
              </a:ext>
            </a:extLst>
          </p:cNvPr>
          <p:cNvSpPr/>
          <p:nvPr userDrawn="1">
            <p:custDataLst>
              <p:tags r:id="rId2"/>
            </p:custDataLst>
          </p:nvPr>
        </p:nvSpPr>
        <p:spPr bwMode="ltGray">
          <a:xfrm>
            <a:off x="0" y="0"/>
            <a:ext cx="3238520"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s-ES">
              <a:solidFill>
                <a:srgbClr val="F0F0F0"/>
              </a:solidFill>
              <a:latin typeface="Arial" panose="020B0604020202020204" pitchFamily="34" charset="0"/>
            </a:endParaRPr>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2476518" cy="295466"/>
          </a:xfrm>
        </p:spPr>
        <p:txBody>
          <a:bodyPr vert="horz" wrap="square">
            <a:spAutoFit/>
          </a:bodyPr>
          <a:lstStyle>
            <a:lvl1pPr>
              <a:defRPr sz="2400" b="1"/>
            </a:lvl1pPr>
          </a:lstStyle>
          <a:p>
            <a:r>
              <a:rPr lang="es-ES"/>
              <a:t>Place headline</a:t>
            </a:r>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2215070"/>
            <a:ext cx="2476518" cy="3836833"/>
          </a:xfrm>
        </p:spPr>
        <p:txBody>
          <a:bodyPr/>
          <a:lstStyle>
            <a:lvl1pPr>
              <a:defRPr sz="1600"/>
            </a:lvl1pPr>
          </a:lstStyle>
          <a:p>
            <a:pPr lvl="0"/>
            <a:r>
              <a:rPr lang="es-ES"/>
              <a:t>Place content here (16pt)</a:t>
            </a:r>
          </a:p>
        </p:txBody>
      </p:sp>
      <p:sp>
        <p:nvSpPr>
          <p:cNvPr id="4" name="Text Placeholder 3">
            <a:extLst>
              <a:ext uri="{FF2B5EF4-FFF2-40B4-BE49-F238E27FC236}">
                <a16:creationId xmlns:a16="http://schemas.microsoft.com/office/drawing/2014/main" id="{535CD0A4-73BB-967F-F123-D6325955E5A0}"/>
              </a:ext>
            </a:extLst>
          </p:cNvPr>
          <p:cNvSpPr>
            <a:spLocks noGrp="1"/>
          </p:cNvSpPr>
          <p:nvPr>
            <p:ph type="body" sz="quarter" idx="11" hasCustomPrompt="1"/>
          </p:nvPr>
        </p:nvSpPr>
        <p:spPr>
          <a:xfrm>
            <a:off x="381000" y="785703"/>
            <a:ext cx="2476518" cy="615553"/>
          </a:xfrm>
        </p:spPr>
        <p:txBody>
          <a:bodyPr wrap="square">
            <a:spAutoFit/>
          </a:bodyPr>
          <a:lstStyle>
            <a:lvl1pPr>
              <a:defRPr sz="20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s-ES"/>
              <a:t>Place sub-headline here (20pt)</a:t>
            </a:r>
          </a:p>
        </p:txBody>
      </p:sp>
      <p:sp>
        <p:nvSpPr>
          <p:cNvPr id="5" name="Text Placeholder 5">
            <a:extLst>
              <a:ext uri="{FF2B5EF4-FFF2-40B4-BE49-F238E27FC236}">
                <a16:creationId xmlns:a16="http://schemas.microsoft.com/office/drawing/2014/main" id="{82D5ED91-9B0D-089C-6F8D-30A6B99E88F4}"/>
              </a:ext>
            </a:extLst>
          </p:cNvPr>
          <p:cNvSpPr>
            <a:spLocks noGrp="1"/>
          </p:cNvSpPr>
          <p:nvPr>
            <p:ph type="body" sz="quarter" idx="55" hasCustomPrompt="1"/>
          </p:nvPr>
        </p:nvSpPr>
        <p:spPr>
          <a:xfrm>
            <a:off x="381000" y="164915"/>
            <a:ext cx="2476518" cy="153888"/>
          </a:xfrm>
        </p:spPr>
        <p:txBody>
          <a:bodyPr wrap="square">
            <a:spAutoFit/>
          </a:bodyPr>
          <a:lstStyle>
            <a:lvl1pPr>
              <a:defRPr sz="1000" cap="all" baseline="0">
                <a:solidFill>
                  <a:schemeClr val="accent1"/>
                </a:solidFill>
              </a:defRPr>
            </a:lvl1pPr>
            <a:lvl2pPr>
              <a:defRPr sz="1600" cap="all" baseline="0"/>
            </a:lvl2pPr>
            <a:lvl3pPr>
              <a:defRPr sz="1600" cap="all" baseline="0"/>
            </a:lvl3pPr>
            <a:lvl4pPr>
              <a:defRPr sz="1600" cap="all" baseline="0"/>
            </a:lvl4pPr>
            <a:lvl5pPr>
              <a:defRPr sz="1600" cap="all" baseline="0"/>
            </a:lvl5pPr>
          </a:lstStyle>
          <a:p>
            <a:pPr lvl="0"/>
            <a:r>
              <a:rPr lang="es-ES"/>
              <a:t>Section Title (10pt)</a:t>
            </a:r>
          </a:p>
        </p:txBody>
      </p:sp>
      <p:sp>
        <p:nvSpPr>
          <p:cNvPr id="9" name="Content Placeholder 7">
            <a:extLst>
              <a:ext uri="{FF2B5EF4-FFF2-40B4-BE49-F238E27FC236}">
                <a16:creationId xmlns:a16="http://schemas.microsoft.com/office/drawing/2014/main" id="{EC81218E-1C75-C114-95A3-7ECA035D0B5E}"/>
              </a:ext>
            </a:extLst>
          </p:cNvPr>
          <p:cNvSpPr>
            <a:spLocks noGrp="1"/>
          </p:cNvSpPr>
          <p:nvPr>
            <p:ph sz="quarter" idx="56" hasCustomPrompt="1"/>
          </p:nvPr>
        </p:nvSpPr>
        <p:spPr>
          <a:xfrm>
            <a:off x="381000" y="1808163"/>
            <a:ext cx="2476518" cy="313350"/>
          </a:xfrm>
        </p:spPr>
        <p:txBody>
          <a:bodyPr wrap="square" bIns="36000">
            <a:spAutoFit/>
          </a:bodyPr>
          <a:lstStyle>
            <a:lvl1pPr>
              <a:defRPr sz="1800" b="1">
                <a:solidFill>
                  <a:schemeClr val="accent4"/>
                </a:solidFill>
              </a:defRPr>
            </a:lvl1pPr>
          </a:lstStyle>
          <a:p>
            <a:pPr lvl="0"/>
            <a:r>
              <a:rPr lang="es-ES"/>
              <a:t>Place insights (18pt)</a:t>
            </a:r>
          </a:p>
        </p:txBody>
      </p:sp>
      <p:sp>
        <p:nvSpPr>
          <p:cNvPr id="12" name="Text Placeholder 11">
            <a:extLst>
              <a:ext uri="{FF2B5EF4-FFF2-40B4-BE49-F238E27FC236}">
                <a16:creationId xmlns:a16="http://schemas.microsoft.com/office/drawing/2014/main" id="{72999186-D1B4-C82E-7BAD-4FEFE61AF2DE}"/>
              </a:ext>
            </a:extLst>
          </p:cNvPr>
          <p:cNvSpPr>
            <a:spLocks noGrp="1"/>
          </p:cNvSpPr>
          <p:nvPr>
            <p:ph type="body" sz="quarter" idx="57" hasCustomPrompt="1"/>
          </p:nvPr>
        </p:nvSpPr>
        <p:spPr>
          <a:xfrm>
            <a:off x="381000" y="6200775"/>
            <a:ext cx="2476518" cy="149225"/>
          </a:xfrm>
        </p:spPr>
        <p:txBody>
          <a:bodyPr/>
          <a:lstStyle>
            <a:lvl1pPr>
              <a:defRPr sz="800"/>
            </a:lvl1pPr>
            <a:lvl2pPr>
              <a:defRPr sz="800"/>
            </a:lvl2pPr>
            <a:lvl3pPr>
              <a:defRPr sz="800"/>
            </a:lvl3pPr>
            <a:lvl4pPr>
              <a:defRPr sz="800"/>
            </a:lvl4pPr>
            <a:lvl5pPr>
              <a:defRPr sz="800"/>
            </a:lvl5pPr>
          </a:lstStyle>
          <a:p>
            <a:pPr lvl="0"/>
            <a:r>
              <a:rPr lang="es-ES"/>
              <a:t>Place footnotes here (8pt)</a:t>
            </a:r>
          </a:p>
        </p:txBody>
      </p:sp>
      <p:sp>
        <p:nvSpPr>
          <p:cNvPr id="15" name="Content Placeholder 7">
            <a:extLst>
              <a:ext uri="{FF2B5EF4-FFF2-40B4-BE49-F238E27FC236}">
                <a16:creationId xmlns:a16="http://schemas.microsoft.com/office/drawing/2014/main" id="{B977B535-FAE9-84C0-B5D4-40A86CD1F386}"/>
              </a:ext>
            </a:extLst>
          </p:cNvPr>
          <p:cNvSpPr>
            <a:spLocks noGrp="1"/>
          </p:cNvSpPr>
          <p:nvPr>
            <p:ph sz="quarter" idx="58" hasCustomPrompt="1"/>
          </p:nvPr>
        </p:nvSpPr>
        <p:spPr>
          <a:xfrm>
            <a:off x="3619520" y="2215070"/>
            <a:ext cx="8191479" cy="3836833"/>
          </a:xfrm>
        </p:spPr>
        <p:txBody>
          <a:bodyPr/>
          <a:lstStyle>
            <a:lvl1pPr>
              <a:defRPr sz="1600"/>
            </a:lvl1pPr>
          </a:lstStyle>
          <a:p>
            <a:pPr lvl="0"/>
            <a:r>
              <a:rPr lang="es-ES"/>
              <a:t>Place content here (16pt)</a:t>
            </a:r>
          </a:p>
        </p:txBody>
      </p:sp>
      <p:sp>
        <p:nvSpPr>
          <p:cNvPr id="16" name="Content Placeholder 7">
            <a:extLst>
              <a:ext uri="{FF2B5EF4-FFF2-40B4-BE49-F238E27FC236}">
                <a16:creationId xmlns:a16="http://schemas.microsoft.com/office/drawing/2014/main" id="{B112B7FD-1D94-EB38-9703-A1FEB2B2279F}"/>
              </a:ext>
            </a:extLst>
          </p:cNvPr>
          <p:cNvSpPr>
            <a:spLocks noGrp="1"/>
          </p:cNvSpPr>
          <p:nvPr>
            <p:ph sz="quarter" idx="59" hasCustomPrompt="1"/>
          </p:nvPr>
        </p:nvSpPr>
        <p:spPr>
          <a:xfrm>
            <a:off x="3619519" y="1808163"/>
            <a:ext cx="8191479" cy="313350"/>
          </a:xfrm>
        </p:spPr>
        <p:txBody>
          <a:bodyPr wrap="square" bIns="36000">
            <a:spAutoFit/>
          </a:bodyPr>
          <a:lstStyle>
            <a:lvl1pPr>
              <a:defRPr sz="1800" b="1">
                <a:solidFill>
                  <a:schemeClr val="accent4"/>
                </a:solidFill>
              </a:defRPr>
            </a:lvl1pPr>
          </a:lstStyle>
          <a:p>
            <a:pPr lvl="0"/>
            <a:r>
              <a:rPr lang="es-ES"/>
              <a:t>Place figures and facts here (18pt)</a:t>
            </a:r>
          </a:p>
        </p:txBody>
      </p:sp>
      <p:sp>
        <p:nvSpPr>
          <p:cNvPr id="17" name="Text Placeholder 11">
            <a:extLst>
              <a:ext uri="{FF2B5EF4-FFF2-40B4-BE49-F238E27FC236}">
                <a16:creationId xmlns:a16="http://schemas.microsoft.com/office/drawing/2014/main" id="{5FDD1377-8F20-C682-65A9-4CCF3480B092}"/>
              </a:ext>
            </a:extLst>
          </p:cNvPr>
          <p:cNvSpPr>
            <a:spLocks noGrp="1"/>
          </p:cNvSpPr>
          <p:nvPr>
            <p:ph type="body" sz="quarter" idx="60" hasCustomPrompt="1"/>
          </p:nvPr>
        </p:nvSpPr>
        <p:spPr>
          <a:xfrm>
            <a:off x="3619520" y="6200774"/>
            <a:ext cx="8191478" cy="149226"/>
          </a:xfrm>
        </p:spPr>
        <p:txBody>
          <a:bodyPr/>
          <a:lstStyle>
            <a:lvl1pPr>
              <a:defRPr sz="800"/>
            </a:lvl1pPr>
            <a:lvl2pPr>
              <a:defRPr sz="800"/>
            </a:lvl2pPr>
            <a:lvl3pPr>
              <a:defRPr sz="800"/>
            </a:lvl3pPr>
            <a:lvl4pPr>
              <a:defRPr sz="800"/>
            </a:lvl4pPr>
            <a:lvl5pPr>
              <a:defRPr sz="800"/>
            </a:lvl5pPr>
          </a:lstStyle>
          <a:p>
            <a:pPr lvl="0"/>
            <a:r>
              <a:rPr lang="es-ES"/>
              <a:t>Place footnotes here (8pt)</a:t>
            </a:r>
          </a:p>
        </p:txBody>
      </p:sp>
    </p:spTree>
    <p:extLst>
      <p:ext uri="{BB962C8B-B14F-4D97-AF65-F5344CB8AC3E}">
        <p14:creationId xmlns:p14="http://schemas.microsoft.com/office/powerpoint/2010/main" val="1638208361"/>
      </p:ext>
    </p:extLst>
  </p:cSld>
  <p:clrMapOvr>
    <a:masterClrMapping/>
  </p:clrMapOvr>
  <p:extLst>
    <p:ext uri="{DCECCB84-F9BA-43D5-87BE-67443E8EF086}">
      <p15:sldGuideLst xmlns:p15="http://schemas.microsoft.com/office/powerpoint/2012/main">
        <p15:guide id="1" orient="horz" pos="890">
          <p15:clr>
            <a:srgbClr val="5ACBF0"/>
          </p15:clr>
        </p15:guide>
        <p15:guide id="2" orient="horz" pos="1389">
          <p15:clr>
            <a:srgbClr val="FBAE40"/>
          </p15:clr>
        </p15:guide>
        <p15:guide id="3" pos="1799">
          <p15:clr>
            <a:srgbClr val="FBAE40"/>
          </p15:clr>
        </p15:guide>
        <p15:guide id="4" pos="227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oleObject" Target="../embeddings/oleObject16.bin"/><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ags" Target="../tags/tag18.xml"/><Relationship Id="rId2" Type="http://schemas.openxmlformats.org/officeDocument/2006/relationships/slideLayout" Target="../slideLayouts/slideLayout16.xml"/><Relationship Id="rId16" Type="http://schemas.openxmlformats.org/officeDocument/2006/relationships/theme" Target="../theme/theme2.xml"/><Relationship Id="rId20" Type="http://schemas.openxmlformats.org/officeDocument/2006/relationships/image" Target="../media/image2.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1.emf"/><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73EC1E1-4D22-C63D-CEC6-573988792770}"/>
              </a:ext>
            </a:extLst>
          </p:cNvPr>
          <p:cNvGraphicFramePr>
            <a:graphicFrameLocks/>
          </p:cNvGraphicFramePr>
          <p:nvPr userDrawn="1">
            <p:custDataLst>
              <p:tags r:id="rId16"/>
            </p:custDataLst>
            <p:extLst>
              <p:ext uri="{D42A27DB-BD31-4B8C-83A1-F6EECF244321}">
                <p14:modId xmlns:p14="http://schemas.microsoft.com/office/powerpoint/2010/main" val="9645857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7" imgW="7772400" imgH="10058400" progId="TCLayout.ActiveDocument.1">
                  <p:embed/>
                </p:oleObj>
              </mc:Choice>
              <mc:Fallback>
                <p:oleObj name="think-cell Slide" r:id="rId17" imgW="7772400" imgH="10058400" progId="TCLayout.ActiveDocument.1">
                  <p:embed/>
                  <p:pic>
                    <p:nvPicPr>
                      <p:cNvPr id="7" name="think-cell data - do not delete" hidden="1">
                        <a:extLst>
                          <a:ext uri="{FF2B5EF4-FFF2-40B4-BE49-F238E27FC236}">
                            <a16:creationId xmlns:a16="http://schemas.microsoft.com/office/drawing/2014/main" id="{773EC1E1-4D22-C63D-CEC6-573988792770}"/>
                          </a:ext>
                        </a:extLst>
                      </p:cNvPr>
                      <p:cNvPicPr/>
                      <p:nvPr/>
                    </p:nvPicPr>
                    <p:blipFill>
                      <a:blip r:embed="rId18"/>
                      <a:stretch>
                        <a:fillRect/>
                      </a:stretch>
                    </p:blipFill>
                    <p:spPr>
                      <a:xfrm>
                        <a:off x="1588" y="1588"/>
                        <a:ext cx="1227" cy="1588"/>
                      </a:xfrm>
                      <a:prstGeom prst="rect">
                        <a:avLst/>
                      </a:prstGeom>
                    </p:spPr>
                  </p:pic>
                </p:oleObj>
              </mc:Fallback>
            </mc:AlternateContent>
          </a:graphicData>
        </a:graphic>
      </p:graphicFrame>
      <p:sp>
        <p:nvSpPr>
          <p:cNvPr id="22" name="pagenumber">
            <a:extLst>
              <a:ext uri="{FF2B5EF4-FFF2-40B4-BE49-F238E27FC236}">
                <a16:creationId xmlns:a16="http://schemas.microsoft.com/office/drawing/2014/main" id="{6FFDFC38-E37A-AC15-D0D8-805646EA307E}"/>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sp>
        <p:nvSpPr>
          <p:cNvPr id="21" name="copyright">
            <a:extLst>
              <a:ext uri="{FF2B5EF4-FFF2-40B4-BE49-F238E27FC236}">
                <a16:creationId xmlns:a16="http://schemas.microsoft.com/office/drawing/2014/main" id="{7D6B1E90-8A7A-F9E7-D498-DE265792CA86}"/>
              </a:ext>
            </a:extLst>
          </p:cNvPr>
          <p:cNvSpPr txBox="1"/>
          <p:nvPr userDrawn="1"/>
        </p:nvSpPr>
        <p:spPr>
          <a:xfrm>
            <a:off x="7556947" y="6481831"/>
            <a:ext cx="3783598" cy="153888"/>
          </a:xfrm>
          <a:prstGeom prst="rect">
            <a:avLst/>
          </a:prstGeom>
          <a:noFill/>
        </p:spPr>
        <p:txBody>
          <a:bodyPr wrap="square" lIns="0" tIns="0" rIns="0" bIns="0" rtlCol="0">
            <a:spAutoFit/>
          </a:bodyPr>
          <a:lstStyle/>
          <a:p>
            <a:pPr algn="r">
              <a:defRPr/>
            </a:pPr>
            <a:r>
              <a:rPr lang="en-US" sz="1000">
                <a:solidFill>
                  <a:schemeClr val="tx1"/>
                </a:solidFill>
              </a:rPr>
              <a:t>Copyright © 2026 MASORANGE &amp; Accenture. All rights reserved.</a:t>
            </a:r>
          </a:p>
        </p:txBody>
      </p:sp>
      <p:pic>
        <p:nvPicPr>
          <p:cNvPr id="2" name="Picture 1">
            <a:extLst>
              <a:ext uri="{FF2B5EF4-FFF2-40B4-BE49-F238E27FC236}">
                <a16:creationId xmlns:a16="http://schemas.microsoft.com/office/drawing/2014/main" id="{738C719B-589F-112E-8994-5358118BF2C0}"/>
              </a:ext>
            </a:extLst>
          </p:cNvPr>
          <p:cNvPicPr>
            <a:picLocks noChangeAspect="1"/>
          </p:cNvPicPr>
          <p:nvPr userDrawn="1"/>
        </p:nvPicPr>
        <p:blipFill>
          <a:blip r:embed="rId19"/>
          <a:stretch>
            <a:fillRect/>
          </a:stretch>
        </p:blipFill>
        <p:spPr>
          <a:xfrm>
            <a:off x="11231662" y="136447"/>
            <a:ext cx="806251" cy="366907"/>
          </a:xfrm>
          <a:prstGeom prst="rect">
            <a:avLst/>
          </a:prstGeom>
        </p:spPr>
      </p:pic>
    </p:spTree>
    <p:extLst>
      <p:ext uri="{BB962C8B-B14F-4D97-AF65-F5344CB8AC3E}">
        <p14:creationId xmlns:p14="http://schemas.microsoft.com/office/powerpoint/2010/main" val="7889811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28">
          <p15:clr>
            <a:srgbClr val="5ACBF0"/>
          </p15:clr>
        </p15:guide>
        <p15:guide id="2" orient="horz" pos="888">
          <p15:clr>
            <a:srgbClr val="5ACBF0"/>
          </p15:clr>
        </p15:guide>
        <p15:guide id="3" orient="horz" pos="4080">
          <p15:clr>
            <a:srgbClr val="5ACBF0"/>
          </p15:clr>
        </p15:guide>
        <p15:guide id="4" orient="horz" pos="3840">
          <p15:clr>
            <a:srgbClr val="5ACBF0"/>
          </p15:clr>
        </p15:guide>
        <p15:guide id="5" orient="horz" pos="240">
          <p15:clr>
            <a:srgbClr val="5ACBF0"/>
          </p15:clr>
        </p15:guide>
        <p15:guide id="6" pos="240">
          <p15:clr>
            <a:srgbClr val="5ACBF0"/>
          </p15:clr>
        </p15:guide>
        <p15:guide id="7" pos="7440">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73EC1E1-4D22-C63D-CEC6-573988792770}"/>
              </a:ext>
            </a:extLst>
          </p:cNvPr>
          <p:cNvGraphicFramePr>
            <a:graphicFrameLocks noChangeAspect="1"/>
          </p:cNvGraphicFramePr>
          <p:nvPr userDrawn="1">
            <p:custDataLst>
              <p:tags r:id="rId17"/>
            </p:custDataLst>
            <p:extLst>
              <p:ext uri="{D42A27DB-BD31-4B8C-83A1-F6EECF244321}">
                <p14:modId xmlns:p14="http://schemas.microsoft.com/office/powerpoint/2010/main" val="9464854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8" imgW="7772400" imgH="10058400" progId="TCLayout.ActiveDocument.1">
                  <p:embed/>
                </p:oleObj>
              </mc:Choice>
              <mc:Fallback>
                <p:oleObj name="think-cell Slide" r:id="rId18" imgW="7772400" imgH="10058400" progId="TCLayout.ActiveDocument.1">
                  <p:embed/>
                  <p:pic>
                    <p:nvPicPr>
                      <p:cNvPr id="7" name="think-cell data - do not delete" hidden="1">
                        <a:extLst>
                          <a:ext uri="{FF2B5EF4-FFF2-40B4-BE49-F238E27FC236}">
                            <a16:creationId xmlns:a16="http://schemas.microsoft.com/office/drawing/2014/main" id="{773EC1E1-4D22-C63D-CEC6-573988792770}"/>
                          </a:ext>
                        </a:extLst>
                      </p:cNvPr>
                      <p:cNvPicPr/>
                      <p:nvPr/>
                    </p:nvPicPr>
                    <p:blipFill>
                      <a:blip r:embed="rId19"/>
                      <a:stretch>
                        <a:fillRect/>
                      </a:stretch>
                    </p:blipFill>
                    <p:spPr>
                      <a:xfrm>
                        <a:off x="1588" y="1588"/>
                        <a:ext cx="1227" cy="1588"/>
                      </a:xfrm>
                      <a:prstGeom prst="rect">
                        <a:avLst/>
                      </a:prstGeom>
                    </p:spPr>
                  </p:pic>
                </p:oleObj>
              </mc:Fallback>
            </mc:AlternateContent>
          </a:graphicData>
        </a:graphic>
      </p:graphicFrame>
      <p:sp>
        <p:nvSpPr>
          <p:cNvPr id="22" name="pagenumber">
            <a:extLst>
              <a:ext uri="{FF2B5EF4-FFF2-40B4-BE49-F238E27FC236}">
                <a16:creationId xmlns:a16="http://schemas.microsoft.com/office/drawing/2014/main" id="{6FFDFC38-E37A-AC15-D0D8-805646EA307E}"/>
              </a:ext>
            </a:extLst>
          </p:cNvPr>
          <p:cNvSpPr txBox="1"/>
          <p:nvPr userDrawn="1"/>
        </p:nvSpPr>
        <p:spPr>
          <a:xfrm>
            <a:off x="11508829" y="6481831"/>
            <a:ext cx="302172" cy="153888"/>
          </a:xfrm>
          <a:prstGeom prst="rect">
            <a:avLst/>
          </a:prstGeom>
          <a:noFill/>
        </p:spPr>
        <p:txBody>
          <a:bodyPr wrap="square" lIns="0" tIns="0" rIns="0" bIns="0" rtlCol="0">
            <a:spAutoFit/>
          </a:bodyPr>
          <a:lstStyle/>
          <a:p>
            <a:pPr algn="r"/>
            <a:fld id="{26C7CD93-DB45-C640-AE9C-FC1FC5E4E42B}" type="slidenum">
              <a:rPr lang="en-US" sz="1000" smtClean="0">
                <a:solidFill>
                  <a:schemeClr val="tx1"/>
                </a:solidFill>
              </a:rPr>
              <a:pPr algn="r"/>
              <a:t>‹#›</a:t>
            </a:fld>
            <a:endParaRPr lang="en-US" sz="1000">
              <a:solidFill>
                <a:schemeClr val="tx1"/>
              </a:solidFill>
            </a:endParaRPr>
          </a:p>
        </p:txBody>
      </p:sp>
      <p:pic>
        <p:nvPicPr>
          <p:cNvPr id="2" name="Picture 1">
            <a:extLst>
              <a:ext uri="{FF2B5EF4-FFF2-40B4-BE49-F238E27FC236}">
                <a16:creationId xmlns:a16="http://schemas.microsoft.com/office/drawing/2014/main" id="{738C719B-589F-112E-8994-5358118BF2C0}"/>
              </a:ext>
            </a:extLst>
          </p:cNvPr>
          <p:cNvPicPr>
            <a:picLocks noChangeAspect="1"/>
          </p:cNvPicPr>
          <p:nvPr userDrawn="1"/>
        </p:nvPicPr>
        <p:blipFill>
          <a:blip r:embed="rId20"/>
          <a:stretch>
            <a:fillRect/>
          </a:stretch>
        </p:blipFill>
        <p:spPr>
          <a:xfrm>
            <a:off x="11231662" y="136447"/>
            <a:ext cx="806251" cy="366907"/>
          </a:xfrm>
          <a:prstGeom prst="rect">
            <a:avLst/>
          </a:prstGeom>
        </p:spPr>
      </p:pic>
      <p:sp>
        <p:nvSpPr>
          <p:cNvPr id="3" name="copyright">
            <a:extLst>
              <a:ext uri="{FF2B5EF4-FFF2-40B4-BE49-F238E27FC236}">
                <a16:creationId xmlns:a16="http://schemas.microsoft.com/office/drawing/2014/main" id="{D15C3D28-36E5-DE4E-1540-8778DBF2038D}"/>
              </a:ext>
            </a:extLst>
          </p:cNvPr>
          <p:cNvSpPr txBox="1"/>
          <p:nvPr userDrawn="1"/>
        </p:nvSpPr>
        <p:spPr>
          <a:xfrm>
            <a:off x="8579612" y="6481832"/>
            <a:ext cx="2760931" cy="153888"/>
          </a:xfrm>
          <a:prstGeom prst="rect">
            <a:avLst/>
          </a:prstGeom>
          <a:noFill/>
        </p:spPr>
        <p:txBody>
          <a:bodyPr wrap="square" lIns="0" tIns="0" rIns="0" bIns="0" rtlCol="0" anchor="t">
            <a:spAutoFit/>
          </a:bodyPr>
          <a:lstStyle/>
          <a:p>
            <a:pPr algn="r">
              <a:defRPr/>
            </a:pPr>
            <a:r>
              <a:rPr lang="en-US" sz="1000">
                <a:solidFill>
                  <a:schemeClr val="tx1"/>
                </a:solidFill>
              </a:rPr>
              <a:t>Copyright © 2026 Accenture. All rights reserved.</a:t>
            </a:r>
          </a:p>
        </p:txBody>
      </p:sp>
    </p:spTree>
    <p:extLst>
      <p:ext uri="{BB962C8B-B14F-4D97-AF65-F5344CB8AC3E}">
        <p14:creationId xmlns:p14="http://schemas.microsoft.com/office/powerpoint/2010/main" val="845449310"/>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28">
          <p15:clr>
            <a:srgbClr val="5ACBF0"/>
          </p15:clr>
        </p15:guide>
        <p15:guide id="2" orient="horz" pos="888">
          <p15:clr>
            <a:srgbClr val="5ACBF0"/>
          </p15:clr>
        </p15:guide>
        <p15:guide id="3" orient="horz" pos="4080">
          <p15:clr>
            <a:srgbClr val="5ACBF0"/>
          </p15:clr>
        </p15:guide>
        <p15:guide id="4" orient="horz" pos="3840">
          <p15:clr>
            <a:srgbClr val="5ACBF0"/>
          </p15:clr>
        </p15:guide>
        <p15:guide id="5" orient="horz" pos="240">
          <p15:clr>
            <a:srgbClr val="5ACBF0"/>
          </p15:clr>
        </p15:guide>
        <p15:guide id="6" pos="240">
          <p15:clr>
            <a:srgbClr val="5ACBF0"/>
          </p15:clr>
        </p15:guide>
        <p15:guide id="7" pos="7440">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tags" Target="../tags/tag37.xml"/><Relationship Id="rId4" Type="http://schemas.openxmlformats.org/officeDocument/2006/relationships/image" Target="../media/image21.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38.xml"/><Relationship Id="rId5" Type="http://schemas.openxmlformats.org/officeDocument/2006/relationships/image" Target="../media/image21.emf"/><Relationship Id="rId4" Type="http://schemas.openxmlformats.org/officeDocument/2006/relationships/oleObject" Target="../embeddings/oleObject18.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tags" Target="../tags/tag39.xml"/><Relationship Id="rId5" Type="http://schemas.openxmlformats.org/officeDocument/2006/relationships/image" Target="../media/image22.emf"/><Relationship Id="rId4" Type="http://schemas.openxmlformats.org/officeDocument/2006/relationships/oleObject" Target="../embeddings/oleObject19.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0.xml"/><Relationship Id="rId5" Type="http://schemas.openxmlformats.org/officeDocument/2006/relationships/image" Target="../media/image22.emf"/><Relationship Id="rId4" Type="http://schemas.openxmlformats.org/officeDocument/2006/relationships/oleObject" Target="../embeddings/oleObject20.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1.xml"/><Relationship Id="rId5" Type="http://schemas.openxmlformats.org/officeDocument/2006/relationships/image" Target="../media/image22.emf"/><Relationship Id="rId4" Type="http://schemas.openxmlformats.org/officeDocument/2006/relationships/oleObject" Target="../embeddings/oleObject20.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42.xml"/><Relationship Id="rId5" Type="http://schemas.openxmlformats.org/officeDocument/2006/relationships/image" Target="../media/image22.emf"/><Relationship Id="rId4" Type="http://schemas.openxmlformats.org/officeDocument/2006/relationships/oleObject" Target="../embeddings/oleObject21.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1.xml"/><Relationship Id="rId1" Type="http://schemas.openxmlformats.org/officeDocument/2006/relationships/tags" Target="../tags/tag43.xml"/><Relationship Id="rId4" Type="http://schemas.openxmlformats.org/officeDocument/2006/relationships/image" Target="../media/image21.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3.xml"/><Relationship Id="rId1" Type="http://schemas.openxmlformats.org/officeDocument/2006/relationships/tags" Target="../tags/tag44.xml"/><Relationship Id="rId4" Type="http://schemas.openxmlformats.org/officeDocument/2006/relationships/image" Target="../media/image23.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45.xml"/><Relationship Id="rId6" Type="http://schemas.openxmlformats.org/officeDocument/2006/relationships/slide" Target="slide4.xml"/><Relationship Id="rId5" Type="http://schemas.openxmlformats.org/officeDocument/2006/relationships/image" Target="../media/image22.emf"/><Relationship Id="rId4" Type="http://schemas.openxmlformats.org/officeDocument/2006/relationships/oleObject" Target="../embeddings/oleObject24.bin"/></Relationships>
</file>

<file path=ppt/slides/_rels/slide10.xml.rels><?xml version="1.0" encoding="UTF-8" standalone="yes"?>
<Relationships xmlns="http://schemas.openxmlformats.org/package/2006/relationships"><Relationship Id="rId8" Type="http://schemas.openxmlformats.org/officeDocument/2006/relationships/hyperlink" Target="https://docs.google.com/spreadsheets/d/1guZ1_tpfb5QCDjrA1xOPZDua6LObakMwXTEdma0ZpQc/edit?usp=sharing" TargetMode="External"/><Relationship Id="rId3" Type="http://schemas.openxmlformats.org/officeDocument/2006/relationships/notesSlide" Target="../notesSlides/notesSlide7.xml"/><Relationship Id="rId7" Type="http://schemas.openxmlformats.org/officeDocument/2006/relationships/hyperlink" Target="https://docs.google.com/forms/d/e/1FAIpQLSfgwql090tXHQo5LMHfhsV6iXXr8e0nd2FYb3q5ztz2JvIh1g/viewform?usp=sharing&amp;ouid=110373310570428201366" TargetMode="External"/><Relationship Id="rId2" Type="http://schemas.openxmlformats.org/officeDocument/2006/relationships/slideLayout" Target="../slideLayouts/slideLayout4.xml"/><Relationship Id="rId1" Type="http://schemas.openxmlformats.org/officeDocument/2006/relationships/tags" Target="../tags/tag46.xml"/><Relationship Id="rId6" Type="http://schemas.openxmlformats.org/officeDocument/2006/relationships/hyperlink" Target="https://forms.office.com/e/Y83g3dKNU4?origin=lprLink" TargetMode="External"/><Relationship Id="rId11" Type="http://schemas.openxmlformats.org/officeDocument/2006/relationships/slide" Target="slide4.xml"/><Relationship Id="rId5" Type="http://schemas.openxmlformats.org/officeDocument/2006/relationships/image" Target="../media/image22.emf"/><Relationship Id="rId10" Type="http://schemas.openxmlformats.org/officeDocument/2006/relationships/hyperlink" Target="https://accounts.google.com/v3/signin/accountchooser?continue=https%3A%2F%2Fdocs.google.com%2Fspreadsheets%2Fd%2F1guZ1_tpfb5QCDjrA1xOPZDua6LObakMwXTEdma0ZpQc%2Fedit%3Fusp%3Dsharing&amp;dsh=S1057644064%3A1774003309296306&amp;followup=https%3A%2F%2Fdocs.google.com%2Fspreadsheets%2Fd%2F1guZ1_tpfb5QCDjrA1xOPZDua6LObakMwXTEdma0ZpQc%2Fedit%3Fusp%3Dsharing&amp;ltmpl=sheets&amp;osid=1&amp;passive=1209600&amp;service=wise&amp;flowName=GlifWebSignIn&amp;flowEntry=ServiceLogin&amp;ifkv=ASfE1-r3tm1nwFoZlYCMxnPU-zWGYMsEKTTRF_rRn8_6ZM9QdXiSgBZZHabIaFHQ1Mkr0nDss8HIvw" TargetMode="External"/><Relationship Id="rId4" Type="http://schemas.openxmlformats.org/officeDocument/2006/relationships/oleObject" Target="../embeddings/oleObject25.bin"/><Relationship Id="rId9" Type="http://schemas.openxmlformats.org/officeDocument/2006/relationships/hyperlink" Target="https://docs.google.com/forms/d/1ktrj-lR7R8TnG5TuJ6wUn9MS31GEq60pvE6iXEUnl1I/edit"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8.xml"/><Relationship Id="rId7" Type="http://schemas.openxmlformats.org/officeDocument/2006/relationships/slide" Target="slide4.xml"/><Relationship Id="rId2" Type="http://schemas.openxmlformats.org/officeDocument/2006/relationships/slideLayout" Target="../slideLayouts/slideLayout4.xml"/><Relationship Id="rId1" Type="http://schemas.openxmlformats.org/officeDocument/2006/relationships/tags" Target="../tags/tag47.xml"/><Relationship Id="rId6" Type="http://schemas.openxmlformats.org/officeDocument/2006/relationships/image" Target="../media/image22.emf"/><Relationship Id="rId5" Type="http://schemas.openxmlformats.org/officeDocument/2006/relationships/oleObject" Target="../embeddings/oleObject24.bin"/><Relationship Id="rId4" Type="http://schemas.microsoft.com/office/2018/10/relationships/comments" Target="../comments/modernComment_7FFFFFF6_AC2106B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48.xml"/><Relationship Id="rId6" Type="http://schemas.openxmlformats.org/officeDocument/2006/relationships/slide" Target="slide4.xml"/><Relationship Id="rId5" Type="http://schemas.openxmlformats.org/officeDocument/2006/relationships/image" Target="../media/image22.emf"/><Relationship Id="rId4" Type="http://schemas.openxmlformats.org/officeDocument/2006/relationships/oleObject" Target="../embeddings/oleObject25.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3.xml"/><Relationship Id="rId1" Type="http://schemas.openxmlformats.org/officeDocument/2006/relationships/tags" Target="../tags/tag49.xml"/><Relationship Id="rId4" Type="http://schemas.openxmlformats.org/officeDocument/2006/relationships/image" Target="../media/image23.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4.xml"/><Relationship Id="rId1" Type="http://schemas.openxmlformats.org/officeDocument/2006/relationships/tags" Target="../tags/tag50.xml"/><Relationship Id="rId6" Type="http://schemas.openxmlformats.org/officeDocument/2006/relationships/hyperlink" Target="https://urldefense.com/v3/__https:/ayuda.orange.es/empresas/centralita-negocio/2639-primeros-pasos-con-centralita-negocio__;!!OrxsNty6D4my!5h0Izi3X0tW1YnTTwZaOYZk8WDGCB4WJBSnUCkiY-RsOvjswzO2d8D7A6GTBBHJHmYKRCxJhNHjmEseEX1MDTOk_3GC_CA$" TargetMode="External"/><Relationship Id="rId5" Type="http://schemas.openxmlformats.org/officeDocument/2006/relationships/image" Target="../media/image22.emf"/><Relationship Id="rId4" Type="http://schemas.openxmlformats.org/officeDocument/2006/relationships/oleObject" Target="../embeddings/oleObject27.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4.xml"/><Relationship Id="rId1" Type="http://schemas.openxmlformats.org/officeDocument/2006/relationships/tags" Target="../tags/tag51.xml"/><Relationship Id="rId6" Type="http://schemas.openxmlformats.org/officeDocument/2006/relationships/hyperlink" Target="https://urldefense.com/v3/__https:/ayuda.orange.es/empresas/centralita-negocio/2639-primeros-pasos-con-centralita-negocio__;!!OrxsNty6D4my!5h0Izi3X0tW1YnTTwZaOYZk8WDGCB4WJBSnUCkiY-RsOvjswzO2d8D7A6GTBBHJHmYKRCxJhNHjmEseEX1MDTOk_3GC_CA$" TargetMode="External"/><Relationship Id="rId5" Type="http://schemas.openxmlformats.org/officeDocument/2006/relationships/image" Target="../media/image22.emf"/><Relationship Id="rId4" Type="http://schemas.openxmlformats.org/officeDocument/2006/relationships/oleObject" Target="../embeddings/oleObject28.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4.xml"/><Relationship Id="rId1" Type="http://schemas.openxmlformats.org/officeDocument/2006/relationships/tags" Target="../tags/tag52.xml"/><Relationship Id="rId6" Type="http://schemas.openxmlformats.org/officeDocument/2006/relationships/hyperlink" Target="https://urldefense.com/v3/__https:/ayuda.orange.es/empresas/centralita-negocio/2639-primeros-pasos-con-centralita-negocio__;!!OrxsNty6D4my!5h0Izi3X0tW1YnTTwZaOYZk8WDGCB4WJBSnUCkiY-RsOvjswzO2d8D7A6GTBBHJHmYKRCxJhNHjmEseEX1MDTOk_3GC_CA$" TargetMode="External"/><Relationship Id="rId5" Type="http://schemas.openxmlformats.org/officeDocument/2006/relationships/image" Target="../media/image22.emf"/><Relationship Id="rId4" Type="http://schemas.openxmlformats.org/officeDocument/2006/relationships/oleObject" Target="../embeddings/oleObject29.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4.xml"/><Relationship Id="rId1" Type="http://schemas.openxmlformats.org/officeDocument/2006/relationships/tags" Target="../tags/tag53.xml"/><Relationship Id="rId6" Type="http://schemas.openxmlformats.org/officeDocument/2006/relationships/hyperlink" Target="https://urldefense.com/v3/__https:/ayuda.orange.es/empresas/centralita-negocio/2639-primeros-pasos-con-centralita-negocio__;!!OrxsNty6D4my!5h0Izi3X0tW1YnTTwZaOYZk8WDGCB4WJBSnUCkiY-RsOvjswzO2d8D7A6GTBBHJHmYKRCxJhNHjmEseEX1MDTOk_3GC_CA$" TargetMode="External"/><Relationship Id="rId5" Type="http://schemas.openxmlformats.org/officeDocument/2006/relationships/image" Target="../media/image22.emf"/><Relationship Id="rId4" Type="http://schemas.openxmlformats.org/officeDocument/2006/relationships/oleObject" Target="../embeddings/oleObject3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73BE708-DB38-B7F5-8839-7ADE6A3119B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7" name="think-cell data - do not delete" hidden="1">
                        <a:extLst>
                          <a:ext uri="{FF2B5EF4-FFF2-40B4-BE49-F238E27FC236}">
                            <a16:creationId xmlns:a16="http://schemas.microsoft.com/office/drawing/2014/main" id="{A73BE708-DB38-B7F5-8839-7ADE6A3119B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D22D625-63E4-C850-7481-CC25FC138DA7}"/>
              </a:ext>
            </a:extLst>
          </p:cNvPr>
          <p:cNvSpPr>
            <a:spLocks noGrp="1"/>
          </p:cNvSpPr>
          <p:nvPr>
            <p:ph type="title"/>
          </p:nvPr>
        </p:nvSpPr>
        <p:spPr>
          <a:xfrm>
            <a:off x="381000" y="2119139"/>
            <a:ext cx="8403404" cy="1828193"/>
          </a:xfrm>
        </p:spPr>
        <p:txBody>
          <a:bodyPr vert="horz"/>
          <a:lstStyle/>
          <a:p>
            <a:r>
              <a:rPr lang="es-ES" sz="4400" noProof="0"/>
              <a:t>Impulsando B2B SME a través del nuevo canal integrador</a:t>
            </a:r>
          </a:p>
        </p:txBody>
      </p:sp>
      <p:sp>
        <p:nvSpPr>
          <p:cNvPr id="9" name="Text Placeholder 8">
            <a:extLst>
              <a:ext uri="{FF2B5EF4-FFF2-40B4-BE49-F238E27FC236}">
                <a16:creationId xmlns:a16="http://schemas.microsoft.com/office/drawing/2014/main" id="{5D946FBC-9B86-C2EC-E3E0-10A1E39913E5}"/>
              </a:ext>
            </a:extLst>
          </p:cNvPr>
          <p:cNvSpPr>
            <a:spLocks noGrp="1"/>
          </p:cNvSpPr>
          <p:nvPr>
            <p:ph type="body" sz="quarter" idx="17"/>
          </p:nvPr>
        </p:nvSpPr>
        <p:spPr>
          <a:xfrm>
            <a:off x="381000" y="5714175"/>
            <a:ext cx="7263385" cy="276999"/>
          </a:xfrm>
        </p:spPr>
        <p:txBody>
          <a:bodyPr/>
          <a:lstStyle/>
          <a:p>
            <a:r>
              <a:rPr lang="es-ES" sz="2000"/>
              <a:t>19 marzo de 2026</a:t>
            </a:r>
            <a:endParaRPr lang="es-ES" sz="2000" noProof="0"/>
          </a:p>
        </p:txBody>
      </p:sp>
    </p:spTree>
    <p:extLst>
      <p:ext uri="{BB962C8B-B14F-4D97-AF65-F5344CB8AC3E}">
        <p14:creationId xmlns:p14="http://schemas.microsoft.com/office/powerpoint/2010/main" val="1956557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B9EE7781-7DA7-02C9-AC49-47BDA275F0E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4" progId="TCLayout.ActiveDocument.1">
                  <p:embed/>
                </p:oleObj>
              </mc:Choice>
              <mc:Fallback>
                <p:oleObj name="think-cell Slide" r:id="rId4" imgW="484" imgH="484" progId="TCLayout.ActiveDocument.1">
                  <p:embed/>
                  <p:pic>
                    <p:nvPicPr>
                      <p:cNvPr id="11" name="think-cell data - do not delete" hidden="1">
                        <a:extLst>
                          <a:ext uri="{FF2B5EF4-FFF2-40B4-BE49-F238E27FC236}">
                            <a16:creationId xmlns:a16="http://schemas.microsoft.com/office/drawing/2014/main" id="{B9EE7781-7DA7-02C9-AC49-47BDA275F0E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Title 1">
            <a:extLst>
              <a:ext uri="{FF2B5EF4-FFF2-40B4-BE49-F238E27FC236}">
                <a16:creationId xmlns:a16="http://schemas.microsoft.com/office/drawing/2014/main" id="{C64AC7DB-E1D5-5985-E636-BEA2240F2C1C}"/>
              </a:ext>
            </a:extLst>
          </p:cNvPr>
          <p:cNvSpPr txBox="1">
            <a:spLocks/>
          </p:cNvSpPr>
          <p:nvPr/>
        </p:nvSpPr>
        <p:spPr>
          <a:xfrm>
            <a:off x="381000" y="1416702"/>
            <a:ext cx="2476518" cy="541687"/>
          </a:xfrm>
          <a:prstGeom prst="rect">
            <a:avLst/>
          </a:prstGeom>
        </p:spPr>
        <p:txBody>
          <a:bodyPr vert="horz" wrap="square" lIns="0" tIns="0" rIns="0" bIns="0" rtlCol="0" anchor="t">
            <a:spAutoFit/>
          </a:bodyPr>
          <a:lstStyle>
            <a:lvl1pPr algn="l" defTabSz="914400" rtl="0" eaLnBrk="1" latinLnBrk="0" hangingPunct="1">
              <a:lnSpc>
                <a:spcPct val="80000"/>
              </a:lnSpc>
              <a:spcBef>
                <a:spcPct val="0"/>
              </a:spcBef>
              <a:buNone/>
              <a:defRPr sz="24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ES" sz="4400" b="1" i="0" u="none" strike="noStrike" kern="1200" cap="none" spc="0" normalizeH="0" baseline="0" noProof="0">
                <a:ln>
                  <a:noFill/>
                </a:ln>
                <a:solidFill>
                  <a:srgbClr val="000000"/>
                </a:solidFill>
                <a:effectLst/>
                <a:uLnTx/>
                <a:uFillTx/>
                <a:latin typeface="Arial" panose="020B0604020202020204"/>
                <a:ea typeface="+mj-ea"/>
                <a:cs typeface="+mj-cs"/>
              </a:rPr>
              <a:t>Agenda</a:t>
            </a:r>
          </a:p>
        </p:txBody>
      </p:sp>
      <p:sp>
        <p:nvSpPr>
          <p:cNvPr id="60" name="Flowchart: Connector 59">
            <a:extLst>
              <a:ext uri="{FF2B5EF4-FFF2-40B4-BE49-F238E27FC236}">
                <a16:creationId xmlns:a16="http://schemas.microsoft.com/office/drawing/2014/main" id="{3E6E5224-DDBA-FB3E-B628-6C904AD8550E}"/>
              </a:ext>
            </a:extLst>
          </p:cNvPr>
          <p:cNvSpPr/>
          <p:nvPr/>
        </p:nvSpPr>
        <p:spPr>
          <a:xfrm>
            <a:off x="3622689" y="3988257"/>
            <a:ext cx="360000" cy="36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a:ln>
                  <a:noFill/>
                </a:ln>
                <a:solidFill>
                  <a:srgbClr val="FFFFFF"/>
                </a:solidFill>
                <a:effectLst/>
                <a:uLnTx/>
                <a:uFillTx/>
                <a:latin typeface="Arial" panose="020B0604020202020204"/>
                <a:ea typeface="+mn-ea"/>
                <a:cs typeface="+mn-cs"/>
              </a:rPr>
              <a:t>3</a:t>
            </a:r>
          </a:p>
        </p:txBody>
      </p:sp>
      <p:sp>
        <p:nvSpPr>
          <p:cNvPr id="61" name="TextBox 60">
            <a:extLst>
              <a:ext uri="{FF2B5EF4-FFF2-40B4-BE49-F238E27FC236}">
                <a16:creationId xmlns:a16="http://schemas.microsoft.com/office/drawing/2014/main" id="{8E9B9F67-D29F-6B24-7902-7F3F9F447DD8}"/>
              </a:ext>
            </a:extLst>
          </p:cNvPr>
          <p:cNvSpPr txBox="1"/>
          <p:nvPr/>
        </p:nvSpPr>
        <p:spPr>
          <a:xfrm>
            <a:off x="4181227" y="4009548"/>
            <a:ext cx="6145788"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a:ln>
                  <a:noFill/>
                </a:ln>
                <a:solidFill>
                  <a:srgbClr val="FF7800"/>
                </a:solidFill>
                <a:effectLst/>
                <a:uLnTx/>
                <a:uFillTx/>
                <a:latin typeface="Arial" panose="020B0604020202020204"/>
                <a:ea typeface="+mn-ea"/>
                <a:cs typeface="+mn-cs"/>
              </a:rPr>
              <a:t>Aspectos a desbloquear</a:t>
            </a:r>
            <a:endParaRPr kumimoji="0" lang="es-ES" sz="2000" b="0" i="0" u="none" strike="noStrike" kern="1200" cap="none" spc="0" normalizeH="0" baseline="0" noProof="0">
              <a:ln>
                <a:noFill/>
              </a:ln>
              <a:solidFill>
                <a:srgbClr val="FF7800"/>
              </a:solidFill>
              <a:effectLst/>
              <a:uLnTx/>
              <a:uFillTx/>
              <a:latin typeface="Arial" panose="020B0604020202020204"/>
              <a:ea typeface="+mn-ea"/>
              <a:cs typeface="+mn-cs"/>
            </a:endParaRPr>
          </a:p>
        </p:txBody>
      </p:sp>
      <p:sp>
        <p:nvSpPr>
          <p:cNvPr id="70" name="TextBox 69">
            <a:extLst>
              <a:ext uri="{FF2B5EF4-FFF2-40B4-BE49-F238E27FC236}">
                <a16:creationId xmlns:a16="http://schemas.microsoft.com/office/drawing/2014/main" id="{819531C2-D830-04C9-0425-536EDA41B862}"/>
              </a:ext>
            </a:extLst>
          </p:cNvPr>
          <p:cNvSpPr txBox="1"/>
          <p:nvPr/>
        </p:nvSpPr>
        <p:spPr>
          <a:xfrm>
            <a:off x="4181227" y="5269249"/>
            <a:ext cx="5634802"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a:ln>
                  <a:noFill/>
                </a:ln>
                <a:solidFill>
                  <a:srgbClr val="FF7800"/>
                </a:solidFill>
                <a:effectLst/>
                <a:uLnTx/>
                <a:uFillTx/>
                <a:latin typeface="Arial" panose="020B0604020202020204"/>
                <a:ea typeface="+mn-ea"/>
                <a:cs typeface="+mn-cs"/>
              </a:rPr>
              <a:t>Otras tareas en curso – mantener momentum</a:t>
            </a:r>
          </a:p>
        </p:txBody>
      </p:sp>
      <p:sp>
        <p:nvSpPr>
          <p:cNvPr id="65" name="Flowchart: Connector 64">
            <a:extLst>
              <a:ext uri="{FF2B5EF4-FFF2-40B4-BE49-F238E27FC236}">
                <a16:creationId xmlns:a16="http://schemas.microsoft.com/office/drawing/2014/main" id="{8BA86515-ADFD-4AB0-565B-2EFE569D2CAA}"/>
              </a:ext>
            </a:extLst>
          </p:cNvPr>
          <p:cNvSpPr/>
          <p:nvPr/>
        </p:nvSpPr>
        <p:spPr>
          <a:xfrm>
            <a:off x="3622689" y="5243137"/>
            <a:ext cx="360000" cy="36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a:ln>
                  <a:noFill/>
                </a:ln>
                <a:solidFill>
                  <a:srgbClr val="FFFFFF"/>
                </a:solidFill>
                <a:effectLst/>
                <a:uLnTx/>
                <a:uFillTx/>
                <a:latin typeface="Arial" panose="020B0604020202020204"/>
                <a:ea typeface="+mn-ea"/>
                <a:cs typeface="+mn-cs"/>
              </a:rPr>
              <a:t>4</a:t>
            </a:r>
          </a:p>
        </p:txBody>
      </p:sp>
      <p:sp>
        <p:nvSpPr>
          <p:cNvPr id="2" name="Flowchart: Connector 1">
            <a:extLst>
              <a:ext uri="{FF2B5EF4-FFF2-40B4-BE49-F238E27FC236}">
                <a16:creationId xmlns:a16="http://schemas.microsoft.com/office/drawing/2014/main" id="{DB2149E1-3BD3-661B-6500-A056AF872529}"/>
              </a:ext>
            </a:extLst>
          </p:cNvPr>
          <p:cNvSpPr/>
          <p:nvPr/>
        </p:nvSpPr>
        <p:spPr>
          <a:xfrm>
            <a:off x="3622689" y="1418312"/>
            <a:ext cx="360000" cy="36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a:ln>
                  <a:noFill/>
                </a:ln>
                <a:solidFill>
                  <a:srgbClr val="FFFFFF"/>
                </a:solidFill>
                <a:effectLst/>
                <a:uLnTx/>
                <a:uFillTx/>
                <a:latin typeface="Arial" panose="020B0604020202020204"/>
                <a:ea typeface="+mn-ea"/>
                <a:cs typeface="+mn-cs"/>
              </a:rPr>
              <a:t>1</a:t>
            </a:r>
          </a:p>
        </p:txBody>
      </p:sp>
      <p:sp>
        <p:nvSpPr>
          <p:cNvPr id="3" name="TextBox 2">
            <a:extLst>
              <a:ext uri="{FF2B5EF4-FFF2-40B4-BE49-F238E27FC236}">
                <a16:creationId xmlns:a16="http://schemas.microsoft.com/office/drawing/2014/main" id="{AE7A4A6E-DF4D-0DBF-FE39-0501DAC8EE64}"/>
              </a:ext>
            </a:extLst>
          </p:cNvPr>
          <p:cNvSpPr txBox="1"/>
          <p:nvPr/>
        </p:nvSpPr>
        <p:spPr>
          <a:xfrm>
            <a:off x="4181227" y="1439603"/>
            <a:ext cx="6145788"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a:ln>
                  <a:noFill/>
                </a:ln>
                <a:solidFill>
                  <a:srgbClr val="FF7800"/>
                </a:solidFill>
                <a:effectLst/>
                <a:uLnTx/>
                <a:uFillTx/>
                <a:latin typeface="Arial" panose="020B0604020202020204"/>
                <a:ea typeface="+mn-ea"/>
                <a:cs typeface="+mn-cs"/>
              </a:rPr>
              <a:t>Estado de captación de integradores</a:t>
            </a:r>
            <a:endParaRPr kumimoji="0" lang="es-ES" sz="2000" b="0" i="0" u="none" strike="noStrike" kern="1200" cap="none" spc="0" normalizeH="0" baseline="0" noProof="0">
              <a:ln>
                <a:noFill/>
              </a:ln>
              <a:solidFill>
                <a:srgbClr val="FF7800"/>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CD68879D-1BCF-6567-C0D2-BD5A6D9A6226}"/>
              </a:ext>
            </a:extLst>
          </p:cNvPr>
          <p:cNvSpPr txBox="1"/>
          <p:nvPr/>
        </p:nvSpPr>
        <p:spPr>
          <a:xfrm>
            <a:off x="4181227" y="2699304"/>
            <a:ext cx="5634802" cy="3077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err="1">
                <a:ln>
                  <a:noFill/>
                </a:ln>
                <a:solidFill>
                  <a:srgbClr val="FF7800"/>
                </a:solidFill>
                <a:effectLst/>
                <a:uLnTx/>
                <a:uFillTx/>
                <a:latin typeface="Arial" panose="020B0604020202020204"/>
                <a:ea typeface="+mn-ea"/>
                <a:cs typeface="+mn-cs"/>
              </a:rPr>
              <a:t>Funnel</a:t>
            </a:r>
            <a:r>
              <a:rPr kumimoji="0" lang="es-ES" sz="2000" b="1" i="0" u="none" strike="noStrike" kern="1200" cap="none" spc="0" normalizeH="0" baseline="0" noProof="0">
                <a:ln>
                  <a:noFill/>
                </a:ln>
                <a:solidFill>
                  <a:srgbClr val="FF7800"/>
                </a:solidFill>
                <a:effectLst/>
                <a:uLnTx/>
                <a:uFillTx/>
                <a:latin typeface="Arial" panose="020B0604020202020204"/>
                <a:ea typeface="+mn-ea"/>
                <a:cs typeface="+mn-cs"/>
              </a:rPr>
              <a:t> de venta</a:t>
            </a:r>
          </a:p>
        </p:txBody>
      </p:sp>
      <p:sp>
        <p:nvSpPr>
          <p:cNvPr id="5" name="Flowchart: Connector 4">
            <a:extLst>
              <a:ext uri="{FF2B5EF4-FFF2-40B4-BE49-F238E27FC236}">
                <a16:creationId xmlns:a16="http://schemas.microsoft.com/office/drawing/2014/main" id="{D10CB2B1-951D-49DA-0AAD-99FCF55D089A}"/>
              </a:ext>
            </a:extLst>
          </p:cNvPr>
          <p:cNvSpPr/>
          <p:nvPr/>
        </p:nvSpPr>
        <p:spPr>
          <a:xfrm>
            <a:off x="3622689" y="2673192"/>
            <a:ext cx="360000" cy="360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a:ln>
                  <a:noFill/>
                </a:ln>
                <a:solidFill>
                  <a:srgbClr val="FFFFFF"/>
                </a:solidFill>
                <a:effectLst/>
                <a:uLnTx/>
                <a:uFillTx/>
                <a:latin typeface="Arial" panose="020B0604020202020204"/>
                <a:ea typeface="+mn-ea"/>
                <a:cs typeface="+mn-cs"/>
              </a:rPr>
              <a:t>2</a:t>
            </a:r>
          </a:p>
        </p:txBody>
      </p:sp>
    </p:spTree>
    <p:extLst>
      <p:ext uri="{BB962C8B-B14F-4D97-AF65-F5344CB8AC3E}">
        <p14:creationId xmlns:p14="http://schemas.microsoft.com/office/powerpoint/2010/main" val="242902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667EA-013D-AB3A-AE18-027FD0AE305B}"/>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FB166ED9-0DDA-F48D-838E-B25DF394EBE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6" name="think-cell data - do not delete" hidden="1">
                        <a:extLst>
                          <a:ext uri="{FF2B5EF4-FFF2-40B4-BE49-F238E27FC236}">
                            <a16:creationId xmlns:a16="http://schemas.microsoft.com/office/drawing/2014/main" id="{FB166ED9-0DDA-F48D-838E-B25DF394EBE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23C3C88-9894-C5DD-B055-D6A7B9846039}"/>
              </a:ext>
            </a:extLst>
          </p:cNvPr>
          <p:cNvSpPr>
            <a:spLocks noGrp="1"/>
          </p:cNvSpPr>
          <p:nvPr>
            <p:ph type="title"/>
          </p:nvPr>
        </p:nvSpPr>
        <p:spPr>
          <a:xfrm>
            <a:off x="381000" y="395235"/>
            <a:ext cx="8198612" cy="332399"/>
          </a:xfrm>
        </p:spPr>
        <p:txBody>
          <a:bodyPr vert="horz" rIns="0">
            <a:spAutoFit/>
          </a:bodyPr>
          <a:lstStyle/>
          <a:p>
            <a:r>
              <a:rPr lang="en-US" noProof="1"/>
              <a:t>Captación de integradores y venta</a:t>
            </a:r>
          </a:p>
        </p:txBody>
      </p:sp>
      <p:sp>
        <p:nvSpPr>
          <p:cNvPr id="3" name="Subtitle 2">
            <a:extLst>
              <a:ext uri="{FF2B5EF4-FFF2-40B4-BE49-F238E27FC236}">
                <a16:creationId xmlns:a16="http://schemas.microsoft.com/office/drawing/2014/main" id="{195D9867-4EF1-4BDD-834A-23831F5F838C}"/>
              </a:ext>
            </a:extLst>
          </p:cNvPr>
          <p:cNvSpPr>
            <a:spLocks noGrp="1"/>
          </p:cNvSpPr>
          <p:nvPr>
            <p:ph type="subTitle" idx="13"/>
          </p:nvPr>
        </p:nvSpPr>
        <p:spPr/>
        <p:txBody>
          <a:bodyPr/>
          <a:lstStyle/>
          <a:p>
            <a:r>
              <a:rPr lang="en-US" noProof="1"/>
              <a:t>23 integradores activados</a:t>
            </a:r>
          </a:p>
        </p:txBody>
      </p:sp>
      <p:sp>
        <p:nvSpPr>
          <p:cNvPr id="29" name="Text Placeholder 28">
            <a:extLst>
              <a:ext uri="{FF2B5EF4-FFF2-40B4-BE49-F238E27FC236}">
                <a16:creationId xmlns:a16="http://schemas.microsoft.com/office/drawing/2014/main" id="{15101AE2-A6D9-6D01-8F4A-8B1FA322DC2F}"/>
              </a:ext>
            </a:extLst>
          </p:cNvPr>
          <p:cNvSpPr>
            <a:spLocks noGrp="1"/>
          </p:cNvSpPr>
          <p:nvPr>
            <p:ph type="body" idx="14"/>
          </p:nvPr>
        </p:nvSpPr>
        <p:spPr>
          <a:xfrm>
            <a:off x="8776254" y="1853557"/>
            <a:ext cx="2852564" cy="193899"/>
          </a:xfrm>
        </p:spPr>
        <p:txBody>
          <a:bodyPr/>
          <a:lstStyle/>
          <a:p>
            <a:r>
              <a:rPr lang="en-US" sz="1400" noProof="1"/>
              <a:t>Definición por estado:</a:t>
            </a:r>
          </a:p>
        </p:txBody>
      </p:sp>
      <p:sp>
        <p:nvSpPr>
          <p:cNvPr id="30" name="Content Placeholder 29">
            <a:extLst>
              <a:ext uri="{FF2B5EF4-FFF2-40B4-BE49-F238E27FC236}">
                <a16:creationId xmlns:a16="http://schemas.microsoft.com/office/drawing/2014/main" id="{AF67FA13-DBB2-8E08-37C7-C2BA6BF36FD2}"/>
              </a:ext>
            </a:extLst>
          </p:cNvPr>
          <p:cNvSpPr>
            <a:spLocks noGrp="1"/>
          </p:cNvSpPr>
          <p:nvPr>
            <p:ph sz="half" idx="15"/>
          </p:nvPr>
        </p:nvSpPr>
        <p:spPr>
          <a:xfrm>
            <a:off x="8776254" y="2237222"/>
            <a:ext cx="2852564" cy="1842420"/>
          </a:xfrm>
        </p:spPr>
        <p:txBody>
          <a:bodyPr/>
          <a:lstStyle/>
          <a:p>
            <a:r>
              <a:rPr lang="en-US" sz="1050" b="1" noProof="1"/>
              <a:t>Total Fishing Pool: </a:t>
            </a:r>
            <a:r>
              <a:rPr lang="en-US" sz="1050" noProof="1"/>
              <a:t>Total de integradores en la BBDD atacable</a:t>
            </a:r>
          </a:p>
          <a:p>
            <a:r>
              <a:rPr lang="en-US" sz="1050" b="1" noProof="1"/>
              <a:t>Hito 1 – Contacto establecido: </a:t>
            </a:r>
            <a:r>
              <a:rPr lang="en-US" sz="1050" noProof="1"/>
              <a:t>Éxito en primer contacto telefónico con la persona adecuada en la organización del integrador</a:t>
            </a:r>
          </a:p>
          <a:p>
            <a:r>
              <a:rPr lang="en-US" sz="1050" b="1" noProof="1"/>
              <a:t>Hito 2 – Lead con interés: </a:t>
            </a:r>
            <a:r>
              <a:rPr lang="en-US" sz="1050" noProof="1"/>
              <a:t>Integradores que aceptan una sesión informativa online 1:1</a:t>
            </a:r>
          </a:p>
          <a:p>
            <a:r>
              <a:rPr lang="en-US" sz="1050" b="1" noProof="1"/>
              <a:t>Hito 3 – Integrador Captado: </a:t>
            </a:r>
            <a:r>
              <a:rPr lang="en-US" sz="1050" noProof="1"/>
              <a:t>Integradores que aceptan una reunión presencial de Kick Off</a:t>
            </a:r>
          </a:p>
          <a:p>
            <a:r>
              <a:rPr lang="en-US" sz="1050" b="1" noProof="1"/>
              <a:t>Hito 4 – Integrador Activado: </a:t>
            </a:r>
            <a:r>
              <a:rPr lang="en-US" sz="1050" noProof="1"/>
              <a:t>Integradores embebidos en el modelo de colaboración y firma de contrato</a:t>
            </a:r>
          </a:p>
        </p:txBody>
      </p:sp>
      <p:sp>
        <p:nvSpPr>
          <p:cNvPr id="6" name="Rectangle 5">
            <a:extLst>
              <a:ext uri="{FF2B5EF4-FFF2-40B4-BE49-F238E27FC236}">
                <a16:creationId xmlns:a16="http://schemas.microsoft.com/office/drawing/2014/main" id="{E9F94D52-87D4-ECEB-70E4-9D058EA197E5}"/>
              </a:ext>
            </a:extLst>
          </p:cNvPr>
          <p:cNvSpPr/>
          <p:nvPr/>
        </p:nvSpPr>
        <p:spPr>
          <a:xfrm>
            <a:off x="301624" y="2251550"/>
            <a:ext cx="1549400" cy="439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1">
                <a:ln>
                  <a:noFill/>
                </a:ln>
                <a:solidFill>
                  <a:srgbClr val="FF7800"/>
                </a:solidFill>
                <a:effectLst/>
                <a:uLnTx/>
                <a:uFillTx/>
                <a:latin typeface="Arial" panose="020B0604020202020204"/>
                <a:ea typeface="+mn-ea"/>
                <a:cs typeface="+mn-cs"/>
              </a:rPr>
              <a:t>5.124</a:t>
            </a:r>
          </a:p>
        </p:txBody>
      </p:sp>
      <p:sp>
        <p:nvSpPr>
          <p:cNvPr id="7" name="Rectangle 6">
            <a:extLst>
              <a:ext uri="{FF2B5EF4-FFF2-40B4-BE49-F238E27FC236}">
                <a16:creationId xmlns:a16="http://schemas.microsoft.com/office/drawing/2014/main" id="{203B1EF8-8228-2435-C87F-ECF5D8D21282}"/>
              </a:ext>
            </a:extLst>
          </p:cNvPr>
          <p:cNvSpPr/>
          <p:nvPr/>
        </p:nvSpPr>
        <p:spPr>
          <a:xfrm>
            <a:off x="1960562" y="2251550"/>
            <a:ext cx="1549400" cy="439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1">
                <a:ln>
                  <a:noFill/>
                </a:ln>
                <a:solidFill>
                  <a:srgbClr val="FF7800"/>
                </a:solidFill>
                <a:effectLst/>
                <a:uLnTx/>
                <a:uFillTx/>
                <a:latin typeface="Arial" panose="020B0604020202020204"/>
                <a:ea typeface="+mn-ea"/>
                <a:cs typeface="+mn-cs"/>
              </a:rPr>
              <a:t>837</a:t>
            </a:r>
          </a:p>
        </p:txBody>
      </p:sp>
      <p:sp>
        <p:nvSpPr>
          <p:cNvPr id="8" name="Rectangle 7">
            <a:extLst>
              <a:ext uri="{FF2B5EF4-FFF2-40B4-BE49-F238E27FC236}">
                <a16:creationId xmlns:a16="http://schemas.microsoft.com/office/drawing/2014/main" id="{B4936804-47D6-533E-5166-C554E9CC46A0}"/>
              </a:ext>
            </a:extLst>
          </p:cNvPr>
          <p:cNvSpPr/>
          <p:nvPr/>
        </p:nvSpPr>
        <p:spPr>
          <a:xfrm>
            <a:off x="3619361" y="2251550"/>
            <a:ext cx="1549400" cy="439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noProof="1">
                <a:solidFill>
                  <a:srgbClr val="FF7800"/>
                </a:solidFill>
                <a:latin typeface="Arial" panose="020B0604020202020204"/>
              </a:rPr>
              <a:t>70</a:t>
            </a:r>
            <a:endParaRPr kumimoji="0" lang="en-US" sz="2000" b="1" i="0" u="none" strike="noStrike" kern="1200" cap="none" spc="0" normalizeH="0" baseline="0" noProof="1">
              <a:ln>
                <a:noFill/>
              </a:ln>
              <a:solidFill>
                <a:srgbClr val="FF7800"/>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5485EDC8-BDCD-5D4E-8FE7-374756A858A1}"/>
              </a:ext>
            </a:extLst>
          </p:cNvPr>
          <p:cNvSpPr/>
          <p:nvPr/>
        </p:nvSpPr>
        <p:spPr>
          <a:xfrm>
            <a:off x="5278299" y="2251550"/>
            <a:ext cx="1549400" cy="439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1">
                <a:ln>
                  <a:noFill/>
                </a:ln>
                <a:solidFill>
                  <a:srgbClr val="FF7800"/>
                </a:solidFill>
                <a:effectLst/>
                <a:uLnTx/>
                <a:uFillTx/>
                <a:latin typeface="Arial" panose="020B0604020202020204"/>
                <a:ea typeface="+mn-ea"/>
                <a:cs typeface="+mn-cs"/>
              </a:rPr>
              <a:t>47</a:t>
            </a:r>
          </a:p>
        </p:txBody>
      </p:sp>
      <p:sp>
        <p:nvSpPr>
          <p:cNvPr id="11" name="Rectangle 10">
            <a:extLst>
              <a:ext uri="{FF2B5EF4-FFF2-40B4-BE49-F238E27FC236}">
                <a16:creationId xmlns:a16="http://schemas.microsoft.com/office/drawing/2014/main" id="{8F5EE8FA-5984-7091-04EF-D41D92786709}"/>
              </a:ext>
            </a:extLst>
          </p:cNvPr>
          <p:cNvSpPr/>
          <p:nvPr/>
        </p:nvSpPr>
        <p:spPr>
          <a:xfrm>
            <a:off x="6937236" y="2251550"/>
            <a:ext cx="1549400" cy="439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1">
                <a:ln>
                  <a:noFill/>
                </a:ln>
                <a:solidFill>
                  <a:srgbClr val="FF7800"/>
                </a:solidFill>
                <a:effectLst/>
                <a:uLnTx/>
                <a:uFillTx/>
                <a:latin typeface="Arial" panose="020B0604020202020204"/>
                <a:ea typeface="+mn-ea"/>
                <a:cs typeface="+mn-cs"/>
              </a:rPr>
              <a:t>2</a:t>
            </a:r>
            <a:r>
              <a:rPr lang="en-US" sz="2000" b="1" noProof="1">
                <a:solidFill>
                  <a:srgbClr val="FF7800"/>
                </a:solidFill>
                <a:latin typeface="Arial" panose="020B0604020202020204"/>
              </a:rPr>
              <a:t>3</a:t>
            </a:r>
            <a:endParaRPr kumimoji="0" lang="en-US" sz="2000" b="1" i="0" u="none" strike="noStrike" kern="1200" cap="none" spc="0" normalizeH="0" baseline="0" noProof="1">
              <a:ln>
                <a:noFill/>
              </a:ln>
              <a:solidFill>
                <a:srgbClr val="FF7800"/>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0E110685-7BC5-C554-6474-8BA692E0EB49}"/>
              </a:ext>
            </a:extLst>
          </p:cNvPr>
          <p:cNvSpPr/>
          <p:nvPr/>
        </p:nvSpPr>
        <p:spPr>
          <a:xfrm>
            <a:off x="301624" y="1767902"/>
            <a:ext cx="15494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1">
                <a:ln>
                  <a:noFill/>
                </a:ln>
                <a:solidFill>
                  <a:srgbClr val="000000"/>
                </a:solidFill>
                <a:effectLst/>
                <a:uLnTx/>
                <a:uFillTx/>
                <a:latin typeface="Arial" panose="020B0604020202020204"/>
                <a:ea typeface="+mn-ea"/>
                <a:cs typeface="+mn-cs"/>
              </a:rPr>
              <a:t>Total Fishing Pool</a:t>
            </a:r>
          </a:p>
        </p:txBody>
      </p:sp>
      <p:sp>
        <p:nvSpPr>
          <p:cNvPr id="22" name="Rectangle 21">
            <a:extLst>
              <a:ext uri="{FF2B5EF4-FFF2-40B4-BE49-F238E27FC236}">
                <a16:creationId xmlns:a16="http://schemas.microsoft.com/office/drawing/2014/main" id="{23C6E13D-1298-FE8C-EAE8-D36CEC8A6179}"/>
              </a:ext>
            </a:extLst>
          </p:cNvPr>
          <p:cNvSpPr/>
          <p:nvPr/>
        </p:nvSpPr>
        <p:spPr>
          <a:xfrm>
            <a:off x="1960562" y="1767902"/>
            <a:ext cx="15494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1">
                <a:ln>
                  <a:noFill/>
                </a:ln>
                <a:solidFill>
                  <a:srgbClr val="000000"/>
                </a:solidFill>
                <a:effectLst/>
                <a:uLnTx/>
                <a:uFillTx/>
                <a:latin typeface="Arial" panose="020B0604020202020204"/>
                <a:ea typeface="+mn-ea"/>
                <a:cs typeface="+mn-cs"/>
              </a:rPr>
              <a:t>Hito 1: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srgbClr val="000000"/>
                </a:solidFill>
                <a:effectLst/>
                <a:uLnTx/>
                <a:uFillTx/>
                <a:latin typeface="Arial" panose="020B0604020202020204"/>
                <a:ea typeface="+mn-ea"/>
                <a:cs typeface="+mn-cs"/>
              </a:rPr>
              <a:t>Contacto establecido </a:t>
            </a:r>
            <a:r>
              <a:rPr kumimoji="0" lang="en-US" sz="900" b="0" i="1" u="none" strike="noStrike" kern="1200" cap="none" spc="0" normalizeH="0" baseline="0" noProof="1">
                <a:ln>
                  <a:noFill/>
                </a:ln>
                <a:solidFill>
                  <a:srgbClr val="000000">
                    <a:lumMod val="50000"/>
                    <a:lumOff val="50000"/>
                  </a:srgbClr>
                </a:solidFill>
                <a:effectLst/>
                <a:uLnTx/>
                <a:uFillTx/>
                <a:latin typeface="Arial" panose="020B0604020202020204"/>
                <a:ea typeface="+mn-ea"/>
                <a:cs typeface="+mn-cs"/>
              </a:rPr>
              <a:t>(primera llamada)</a:t>
            </a:r>
            <a:endParaRPr kumimoji="0" lang="en-US" sz="1200" b="0" i="1" u="none" strike="noStrike" kern="1200" cap="none" spc="0" normalizeH="0" baseline="0" noProof="1">
              <a:ln>
                <a:noFill/>
              </a:ln>
              <a:solidFill>
                <a:srgbClr val="000000">
                  <a:lumMod val="50000"/>
                  <a:lumOff val="50000"/>
                </a:srgbClr>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704D6A42-0E8A-0F23-EABB-BC8633306074}"/>
              </a:ext>
            </a:extLst>
          </p:cNvPr>
          <p:cNvSpPr/>
          <p:nvPr/>
        </p:nvSpPr>
        <p:spPr>
          <a:xfrm>
            <a:off x="3619499" y="1767902"/>
            <a:ext cx="15494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1">
                <a:ln>
                  <a:noFill/>
                </a:ln>
                <a:solidFill>
                  <a:srgbClr val="000000"/>
                </a:solidFill>
                <a:effectLst/>
                <a:uLnTx/>
                <a:uFillTx/>
                <a:latin typeface="Arial" panose="020B0604020202020204"/>
                <a:ea typeface="+mn-ea"/>
                <a:cs typeface="+mn-cs"/>
              </a:rPr>
              <a:t>Hito 2: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srgbClr val="000000"/>
                </a:solidFill>
                <a:effectLst/>
                <a:uLnTx/>
                <a:uFillTx/>
                <a:latin typeface="Arial" panose="020B0604020202020204"/>
                <a:ea typeface="+mn-ea"/>
                <a:cs typeface="+mn-cs"/>
              </a:rPr>
              <a:t>Lead con interés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1">
                <a:ln>
                  <a:noFill/>
                </a:ln>
                <a:solidFill>
                  <a:srgbClr val="000000">
                    <a:lumMod val="50000"/>
                    <a:lumOff val="50000"/>
                  </a:srgbClr>
                </a:solidFill>
                <a:effectLst/>
                <a:uLnTx/>
                <a:uFillTx/>
                <a:latin typeface="Arial" panose="020B0604020202020204"/>
                <a:ea typeface="+mn-ea"/>
                <a:cs typeface="+mn-cs"/>
              </a:rPr>
              <a:t>(sesión online 1:1)</a:t>
            </a:r>
            <a:endParaRPr kumimoji="0" lang="en-US" sz="900" b="0" i="0" u="none" strike="noStrike" kern="1200" cap="none" spc="0" normalizeH="0" baseline="0" noProof="1">
              <a:ln>
                <a:noFill/>
              </a:ln>
              <a:solidFill>
                <a:srgbClr val="000000"/>
              </a:solidFill>
              <a:effectLst/>
              <a:uLnTx/>
              <a:uFillTx/>
              <a:latin typeface="Arial" panose="020B0604020202020204"/>
              <a:ea typeface="+mn-ea"/>
              <a:cs typeface="+mn-cs"/>
            </a:endParaRPr>
          </a:p>
        </p:txBody>
      </p:sp>
      <p:sp>
        <p:nvSpPr>
          <p:cNvPr id="25" name="Rectangle 24">
            <a:extLst>
              <a:ext uri="{FF2B5EF4-FFF2-40B4-BE49-F238E27FC236}">
                <a16:creationId xmlns:a16="http://schemas.microsoft.com/office/drawing/2014/main" id="{18BF22A1-BCD3-61AD-AA13-469E63AB1EA8}"/>
              </a:ext>
            </a:extLst>
          </p:cNvPr>
          <p:cNvSpPr/>
          <p:nvPr/>
        </p:nvSpPr>
        <p:spPr>
          <a:xfrm>
            <a:off x="5278437" y="1767902"/>
            <a:ext cx="15494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1">
                <a:ln>
                  <a:noFill/>
                </a:ln>
                <a:solidFill>
                  <a:srgbClr val="000000"/>
                </a:solidFill>
                <a:effectLst/>
                <a:uLnTx/>
                <a:uFillTx/>
                <a:latin typeface="Arial" panose="020B0604020202020204"/>
                <a:ea typeface="+mn-ea"/>
                <a:cs typeface="+mn-cs"/>
              </a:rPr>
              <a:t>Hito 3: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srgbClr val="000000"/>
                </a:solidFill>
                <a:effectLst/>
                <a:uLnTx/>
                <a:uFillTx/>
                <a:latin typeface="Arial" panose="020B0604020202020204"/>
                <a:ea typeface="+mn-ea"/>
                <a:cs typeface="+mn-cs"/>
              </a:rPr>
              <a:t>Integrador captado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1">
                <a:ln>
                  <a:noFill/>
                </a:ln>
                <a:solidFill>
                  <a:srgbClr val="000000">
                    <a:lumMod val="50000"/>
                    <a:lumOff val="50000"/>
                  </a:srgbClr>
                </a:solidFill>
                <a:effectLst/>
                <a:uLnTx/>
                <a:uFillTx/>
                <a:latin typeface="Arial" panose="020B0604020202020204"/>
                <a:ea typeface="+mn-ea"/>
                <a:cs typeface="+mn-cs"/>
              </a:rPr>
              <a:t>(sesión kick-off presencial)</a:t>
            </a:r>
          </a:p>
        </p:txBody>
      </p:sp>
      <p:sp>
        <p:nvSpPr>
          <p:cNvPr id="26" name="Rectangle 25">
            <a:extLst>
              <a:ext uri="{FF2B5EF4-FFF2-40B4-BE49-F238E27FC236}">
                <a16:creationId xmlns:a16="http://schemas.microsoft.com/office/drawing/2014/main" id="{76CAA101-6A4F-3335-D55A-87C825A3295A}"/>
              </a:ext>
            </a:extLst>
          </p:cNvPr>
          <p:cNvSpPr/>
          <p:nvPr/>
        </p:nvSpPr>
        <p:spPr>
          <a:xfrm>
            <a:off x="6937374" y="1767902"/>
            <a:ext cx="15494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1">
                <a:ln>
                  <a:noFill/>
                </a:ln>
                <a:solidFill>
                  <a:srgbClr val="000000"/>
                </a:solidFill>
                <a:effectLst/>
                <a:uLnTx/>
                <a:uFillTx/>
                <a:latin typeface="Arial" panose="020B0604020202020204"/>
                <a:ea typeface="+mn-ea"/>
                <a:cs typeface="+mn-cs"/>
              </a:rPr>
              <a:t>Hito 4: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srgbClr val="000000"/>
                </a:solidFill>
                <a:effectLst/>
                <a:uLnTx/>
                <a:uFillTx/>
                <a:latin typeface="Arial" panose="020B0604020202020204"/>
                <a:ea typeface="+mn-ea"/>
                <a:cs typeface="+mn-cs"/>
              </a:rPr>
              <a:t>Integrador activado</a:t>
            </a:r>
          </a:p>
        </p:txBody>
      </p:sp>
      <p:cxnSp>
        <p:nvCxnSpPr>
          <p:cNvPr id="35" name="Connector: Curved 34">
            <a:extLst>
              <a:ext uri="{FF2B5EF4-FFF2-40B4-BE49-F238E27FC236}">
                <a16:creationId xmlns:a16="http://schemas.microsoft.com/office/drawing/2014/main" id="{C4863CCA-C437-5447-4B57-478CB4ED87C4}"/>
              </a:ext>
            </a:extLst>
          </p:cNvPr>
          <p:cNvCxnSpPr>
            <a:cxnSpLocks/>
            <a:stCxn id="21" idx="0"/>
            <a:endCxn id="22" idx="0"/>
          </p:cNvCxnSpPr>
          <p:nvPr/>
        </p:nvCxnSpPr>
        <p:spPr>
          <a:xfrm rot="5400000" flipH="1" flipV="1">
            <a:off x="1905793" y="938433"/>
            <a:ext cx="12700" cy="1658938"/>
          </a:xfrm>
          <a:prstGeom prst="curvedConnector3">
            <a:avLst>
              <a:gd name="adj1" fmla="val 1800000"/>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C7CBA01E-999F-B55E-0D75-EF9C360B48A8}"/>
              </a:ext>
            </a:extLst>
          </p:cNvPr>
          <p:cNvSpPr/>
          <p:nvPr/>
        </p:nvSpPr>
        <p:spPr>
          <a:xfrm>
            <a:off x="1676262" y="1422078"/>
            <a:ext cx="428625" cy="2254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1">
                <a:ln>
                  <a:noFill/>
                </a:ln>
                <a:solidFill>
                  <a:srgbClr val="000000">
                    <a:lumMod val="50000"/>
                    <a:lumOff val="50000"/>
                  </a:srgbClr>
                </a:solidFill>
                <a:effectLst/>
                <a:uLnTx/>
                <a:uFillTx/>
                <a:latin typeface="Arial" panose="020B0604020202020204"/>
                <a:ea typeface="+mn-ea"/>
                <a:cs typeface="+mn-cs"/>
              </a:rPr>
              <a:t>16%</a:t>
            </a:r>
          </a:p>
        </p:txBody>
      </p:sp>
      <p:cxnSp>
        <p:nvCxnSpPr>
          <p:cNvPr id="38" name="Connector: Curved 37">
            <a:extLst>
              <a:ext uri="{FF2B5EF4-FFF2-40B4-BE49-F238E27FC236}">
                <a16:creationId xmlns:a16="http://schemas.microsoft.com/office/drawing/2014/main" id="{52AF9DA0-82F2-E684-8962-7AF42BDA332E}"/>
              </a:ext>
            </a:extLst>
          </p:cNvPr>
          <p:cNvCxnSpPr>
            <a:cxnSpLocks/>
            <a:stCxn id="22" idx="0"/>
            <a:endCxn id="25" idx="0"/>
          </p:cNvCxnSpPr>
          <p:nvPr/>
        </p:nvCxnSpPr>
        <p:spPr>
          <a:xfrm rot="5400000" flipH="1" flipV="1">
            <a:off x="4394199" y="108965"/>
            <a:ext cx="12700" cy="3317875"/>
          </a:xfrm>
          <a:prstGeom prst="curvedConnector3">
            <a:avLst>
              <a:gd name="adj1" fmla="val 1800000"/>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A086FCA8-06C6-6B3C-58A3-84FEBDAE3F6E}"/>
              </a:ext>
            </a:extLst>
          </p:cNvPr>
          <p:cNvSpPr/>
          <p:nvPr/>
        </p:nvSpPr>
        <p:spPr>
          <a:xfrm>
            <a:off x="4186480" y="1422078"/>
            <a:ext cx="428625" cy="2254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noProof="1">
                <a:solidFill>
                  <a:srgbClr val="000000">
                    <a:lumMod val="50000"/>
                    <a:lumOff val="50000"/>
                  </a:srgbClr>
                </a:solidFill>
                <a:latin typeface="Arial" panose="020B0604020202020204"/>
              </a:rPr>
              <a:t>6</a:t>
            </a:r>
            <a:r>
              <a:rPr kumimoji="0" lang="en-US" sz="900" b="1" i="0" u="none" strike="noStrike" kern="1200" cap="none" spc="0" normalizeH="0" baseline="0" noProof="1">
                <a:ln>
                  <a:noFill/>
                </a:ln>
                <a:solidFill>
                  <a:srgbClr val="000000">
                    <a:lumMod val="50000"/>
                    <a:lumOff val="50000"/>
                  </a:srgbClr>
                </a:solidFill>
                <a:effectLst/>
                <a:uLnTx/>
                <a:uFillTx/>
                <a:latin typeface="Arial" panose="020B0604020202020204"/>
                <a:ea typeface="+mn-ea"/>
                <a:cs typeface="+mn-cs"/>
              </a:rPr>
              <a:t>%</a:t>
            </a:r>
          </a:p>
        </p:txBody>
      </p:sp>
      <p:sp>
        <p:nvSpPr>
          <p:cNvPr id="55" name="Rectangle 54">
            <a:extLst>
              <a:ext uri="{FF2B5EF4-FFF2-40B4-BE49-F238E27FC236}">
                <a16:creationId xmlns:a16="http://schemas.microsoft.com/office/drawing/2014/main" id="{3C65C5CB-07ED-C7CA-7947-F295EC48CA9D}"/>
              </a:ext>
            </a:extLst>
          </p:cNvPr>
          <p:cNvSpPr/>
          <p:nvPr/>
        </p:nvSpPr>
        <p:spPr>
          <a:xfrm>
            <a:off x="5278032" y="2815164"/>
            <a:ext cx="1549667" cy="167111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1">
                <a:ln>
                  <a:noFill/>
                </a:ln>
                <a:solidFill>
                  <a:srgbClr val="000000"/>
                </a:solidFill>
                <a:effectLst/>
                <a:uLnTx/>
                <a:uFillTx/>
                <a:latin typeface="Arial" panose="020B0604020202020204"/>
                <a:ea typeface="+mn-ea"/>
                <a:cs typeface="+mn-cs"/>
              </a:rPr>
              <a:t>4 sesiones con negocio agendadas:</a:t>
            </a:r>
          </a:p>
          <a:p>
            <a:pPr marL="171450" indent="-171450">
              <a:buFont typeface="Arial" panose="020B0604020202020204" pitchFamily="34" charset="0"/>
              <a:buChar char="•"/>
              <a:defRPr/>
            </a:pPr>
            <a:r>
              <a:rPr lang="en-US" sz="1000" noProof="1">
                <a:solidFill>
                  <a:srgbClr val="000000"/>
                </a:solidFill>
              </a:rPr>
              <a:t>ISC Tech (24.03)</a:t>
            </a:r>
          </a:p>
          <a:p>
            <a:pPr marL="171450" indent="-171450">
              <a:buFont typeface="Arial" panose="020B0604020202020204" pitchFamily="34" charset="0"/>
              <a:buChar char="•"/>
              <a:defRPr/>
            </a:pPr>
            <a:r>
              <a:rPr lang="en-US" sz="1000" noProof="1">
                <a:solidFill>
                  <a:srgbClr val="000000"/>
                </a:solidFill>
              </a:rPr>
              <a:t>Aideea (24.03)</a:t>
            </a:r>
          </a:p>
          <a:p>
            <a:pPr marL="171450" indent="-171450">
              <a:buFont typeface="Arial" panose="020B0604020202020204" pitchFamily="34" charset="0"/>
              <a:buChar char="•"/>
              <a:defRPr/>
            </a:pPr>
            <a:r>
              <a:rPr lang="en-US" sz="1000" noProof="1">
                <a:solidFill>
                  <a:srgbClr val="000000"/>
                </a:solidFill>
              </a:rPr>
              <a:t>PC Services (25.03)</a:t>
            </a:r>
          </a:p>
          <a:p>
            <a:pPr marL="171450" indent="-171450">
              <a:buFont typeface="Arial" panose="020B0604020202020204" pitchFamily="34" charset="0"/>
              <a:buChar char="•"/>
              <a:defRPr/>
            </a:pPr>
            <a:r>
              <a:rPr lang="en-US" sz="1000" noProof="1">
                <a:solidFill>
                  <a:srgbClr val="000000"/>
                </a:solidFill>
              </a:rPr>
              <a:t>Maicrosoft (14.04)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1">
              <a:ln>
                <a:noFill/>
              </a:ln>
              <a:solidFill>
                <a:srgbClr val="000000"/>
              </a:solidFill>
              <a:effectLst/>
              <a:uLnTx/>
              <a:uFillTx/>
              <a:latin typeface="Arial" panose="020B0604020202020204"/>
              <a:ea typeface="+mn-ea"/>
              <a:cs typeface="+mn-cs"/>
            </a:endParaRPr>
          </a:p>
        </p:txBody>
      </p:sp>
      <p:sp>
        <p:nvSpPr>
          <p:cNvPr id="57" name="Rectangle 56">
            <a:extLst>
              <a:ext uri="{FF2B5EF4-FFF2-40B4-BE49-F238E27FC236}">
                <a16:creationId xmlns:a16="http://schemas.microsoft.com/office/drawing/2014/main" id="{187D46D6-5539-B30C-5144-6BD46DA3900A}"/>
              </a:ext>
            </a:extLst>
          </p:cNvPr>
          <p:cNvSpPr/>
          <p:nvPr/>
        </p:nvSpPr>
        <p:spPr>
          <a:xfrm>
            <a:off x="6936969" y="2815164"/>
            <a:ext cx="1549667" cy="86486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kumimoji="0" lang="en-US" sz="1000" b="1" i="0" u="none" strike="noStrike" kern="1200" cap="none" spc="0" normalizeH="0" baseline="0" noProof="1">
                <a:ln>
                  <a:noFill/>
                </a:ln>
                <a:solidFill>
                  <a:srgbClr val="000000"/>
                </a:solidFill>
                <a:effectLst/>
                <a:uLnTx/>
                <a:uFillTx/>
                <a:latin typeface="Arial" panose="020B0604020202020204"/>
                <a:ea typeface="+mn-ea"/>
                <a:cs typeface="+mn-cs"/>
              </a:rPr>
              <a:t>6 contratos firmados: </a:t>
            </a:r>
            <a:r>
              <a:rPr kumimoji="0" lang="en-US" sz="1000" b="0" i="0" u="none" strike="noStrike" kern="1200" cap="none" spc="0" normalizeH="0" baseline="0" noProof="1">
                <a:ln>
                  <a:noFill/>
                </a:ln>
                <a:solidFill>
                  <a:srgbClr val="000000"/>
                </a:solidFill>
                <a:effectLst/>
                <a:uLnTx/>
                <a:uFillTx/>
                <a:latin typeface="Arial" panose="020B0604020202020204"/>
                <a:ea typeface="+mn-ea"/>
                <a:cs typeface="+mn-cs"/>
              </a:rPr>
              <a:t>Cover Net, Maxen, Deiteco, </a:t>
            </a:r>
            <a:r>
              <a:rPr kumimoji="0" lang="en-US" sz="1000" b="0" i="0" u="none" strike="noStrike" kern="1200" cap="none" spc="0" normalizeH="0" baseline="0" noProof="1">
                <a:ln>
                  <a:noFill/>
                </a:ln>
                <a:solidFill>
                  <a:srgbClr val="FF0000"/>
                </a:solidFill>
                <a:effectLst/>
                <a:uLnTx/>
                <a:uFillTx/>
                <a:latin typeface="Arial" panose="020B0604020202020204"/>
                <a:ea typeface="+mn-ea"/>
                <a:cs typeface="+mn-cs"/>
              </a:rPr>
              <a:t>Elpis Informática, </a:t>
            </a:r>
            <a:r>
              <a:rPr lang="en-US" sz="1000" noProof="1">
                <a:solidFill>
                  <a:srgbClr val="FF0000"/>
                </a:solidFill>
              </a:rPr>
              <a:t>Sictemas, Paper labs </a:t>
            </a:r>
            <a:endParaRPr kumimoji="0" lang="en-US" sz="1000" b="1" i="0" u="none" strike="noStrike" kern="1200" cap="none" spc="0" normalizeH="0" baseline="0" noProof="1">
              <a:ln>
                <a:noFill/>
              </a:ln>
              <a:solidFill>
                <a:srgbClr val="FF0000"/>
              </a:solidFill>
              <a:effectLst/>
              <a:uLnTx/>
              <a:uFillTx/>
              <a:latin typeface="Arial" panose="020B0604020202020204"/>
              <a:ea typeface="+mn-ea"/>
              <a:cs typeface="+mn-cs"/>
            </a:endParaRPr>
          </a:p>
        </p:txBody>
      </p:sp>
      <p:sp>
        <p:nvSpPr>
          <p:cNvPr id="58" name="Rectangle 57">
            <a:extLst>
              <a:ext uri="{FF2B5EF4-FFF2-40B4-BE49-F238E27FC236}">
                <a16:creationId xmlns:a16="http://schemas.microsoft.com/office/drawing/2014/main" id="{9C29DA58-97CC-B77C-230C-2A8C8060E593}"/>
              </a:ext>
            </a:extLst>
          </p:cNvPr>
          <p:cNvSpPr/>
          <p:nvPr/>
        </p:nvSpPr>
        <p:spPr>
          <a:xfrm>
            <a:off x="6936915" y="3719830"/>
            <a:ext cx="1549721" cy="304062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1">
                <a:ln>
                  <a:noFill/>
                </a:ln>
                <a:solidFill>
                  <a:srgbClr val="000000"/>
                </a:solidFill>
                <a:effectLst/>
                <a:uLnTx/>
                <a:uFillTx/>
                <a:latin typeface="Arial" panose="020B0604020202020204"/>
                <a:ea typeface="+mn-ea"/>
                <a:cs typeface="+mn-cs"/>
              </a:rPr>
              <a:t>17 integradores en proceso de firma: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1">
                <a:ln>
                  <a:noFill/>
                </a:ln>
                <a:solidFill>
                  <a:srgbClr val="000000"/>
                </a:solidFill>
                <a:effectLst/>
                <a:uLnTx/>
                <a:uFillTx/>
                <a:latin typeface="Arial" panose="020B0604020202020204"/>
                <a:ea typeface="+mn-ea"/>
                <a:cs typeface="+mn-cs"/>
              </a:rPr>
              <a:t>LeadGen: </a:t>
            </a:r>
            <a:r>
              <a:rPr lang="en-US" sz="1000" noProof="1">
                <a:solidFill>
                  <a:schemeClr val="tx1"/>
                </a:solidFill>
                <a:latin typeface="Arial" panose="020B0604020202020204"/>
              </a:rPr>
              <a:t>Mariskalnet, Ocvistas, Dataqu, Ox-one, Cobitratel</a:t>
            </a:r>
            <a:r>
              <a:rPr kumimoji="0" lang="en-US" sz="1000" b="0" i="0" u="none" strike="noStrike" kern="1200" cap="none" spc="0" normalizeH="0" baseline="0" noProof="1">
                <a:ln>
                  <a:noFill/>
                </a:ln>
                <a:solidFill>
                  <a:schemeClr val="tx1"/>
                </a:solidFill>
                <a:effectLst/>
                <a:uLnTx/>
                <a:uFillTx/>
                <a:latin typeface="Arial" panose="020B0604020202020204"/>
                <a:ea typeface="+mn-ea"/>
                <a:cs typeface="+mn-cs"/>
              </a:rPr>
              <a:t>, Duo IT, Infornet, Fedesoft, Audin</a:t>
            </a:r>
            <a:r>
              <a:rPr kumimoji="0" lang="en-US" sz="1000" b="0" i="0" u="none" strike="noStrike" kern="1200" cap="none" spc="0" normalizeH="0" baseline="0" noProof="1">
                <a:ln>
                  <a:noFill/>
                </a:ln>
                <a:solidFill>
                  <a:srgbClr val="000000"/>
                </a:solidFill>
                <a:effectLst/>
                <a:uLnTx/>
                <a:uFillTx/>
                <a:latin typeface="Arial" panose="020B0604020202020204"/>
                <a:ea typeface="+mn-ea"/>
                <a:cs typeface="+mn-cs"/>
              </a:rPr>
              <a:t>for, Dosys, Sisytec, </a:t>
            </a:r>
            <a:r>
              <a:rPr kumimoji="0" lang="en-US" sz="1000" b="0" i="0" u="none" strike="noStrike" kern="1200" cap="none" spc="0" normalizeH="0" baseline="0" noProof="1">
                <a:ln>
                  <a:noFill/>
                </a:ln>
                <a:solidFill>
                  <a:srgbClr val="FF0000"/>
                </a:solidFill>
                <a:effectLst/>
                <a:uLnTx/>
                <a:uFillTx/>
                <a:latin typeface="Arial" panose="020B0604020202020204"/>
                <a:ea typeface="+mn-ea"/>
                <a:cs typeface="+mn-cs"/>
              </a:rPr>
              <a:t>Solventus Software</a:t>
            </a:r>
            <a:r>
              <a:rPr kumimoji="0" lang="en-US" sz="1000" b="0" i="0" u="none" strike="noStrike" kern="1200" cap="none" spc="0" normalizeH="0" baseline="0" noProof="1">
                <a:ln>
                  <a:noFill/>
                </a:ln>
                <a:solidFill>
                  <a:srgbClr val="000000"/>
                </a:solidFill>
                <a:effectLst/>
                <a:uLnTx/>
                <a:uFillTx/>
                <a:latin typeface="Arial" panose="020B0604020202020204"/>
                <a:ea typeface="+mn-ea"/>
                <a:cs typeface="+mn-cs"/>
              </a:rPr>
              <a:t>, Microsip, Binfor Solutions, GNUO, Brain Hardware</a:t>
            </a:r>
          </a:p>
          <a:p>
            <a:pPr marL="171450" lvl="0" indent="-171450">
              <a:buFont typeface="Arial" panose="020B0604020202020204" pitchFamily="34" charset="0"/>
              <a:buChar char="•"/>
              <a:defRPr/>
            </a:pPr>
            <a:endParaRPr lang="en-US" sz="1000" b="1" noProof="1">
              <a:solidFill>
                <a:srgbClr val="000000"/>
              </a:solidFill>
            </a:endParaRPr>
          </a:p>
          <a:p>
            <a:pPr marL="171450" lvl="0" indent="-171450">
              <a:buFont typeface="Arial" panose="020B0604020202020204" pitchFamily="34" charset="0"/>
              <a:buChar char="•"/>
              <a:defRPr/>
            </a:pPr>
            <a:r>
              <a:rPr lang="en-US" sz="1000" b="1" noProof="1">
                <a:solidFill>
                  <a:srgbClr val="000000"/>
                </a:solidFill>
              </a:rPr>
              <a:t>Partner Autorizado: </a:t>
            </a:r>
            <a:r>
              <a:rPr lang="en-US" sz="1000" noProof="1">
                <a:solidFill>
                  <a:srgbClr val="000000"/>
                </a:solidFill>
              </a:rPr>
              <a:t>Durnia</a:t>
            </a:r>
            <a:endParaRPr kumimoji="0" lang="en-US" sz="1000" b="0" i="0" u="none" strike="noStrike" kern="1200" cap="none" spc="0" normalizeH="0" baseline="0" noProof="1">
              <a:ln>
                <a:noFill/>
              </a:ln>
              <a:solidFill>
                <a:srgbClr val="000000"/>
              </a:solidFill>
              <a:effectLst/>
              <a:uLnTx/>
              <a:uFillTx/>
              <a:latin typeface="Arial" panose="020B0604020202020204"/>
              <a:ea typeface="+mn-ea"/>
              <a:cs typeface="+mn-cs"/>
            </a:endParaRPr>
          </a:p>
        </p:txBody>
      </p:sp>
      <p:sp>
        <p:nvSpPr>
          <p:cNvPr id="59" name="Rectangle 58">
            <a:extLst>
              <a:ext uri="{FF2B5EF4-FFF2-40B4-BE49-F238E27FC236}">
                <a16:creationId xmlns:a16="http://schemas.microsoft.com/office/drawing/2014/main" id="{C17CE712-C4C5-2A51-10FD-C54E2B61256F}"/>
              </a:ext>
            </a:extLst>
          </p:cNvPr>
          <p:cNvSpPr/>
          <p:nvPr/>
        </p:nvSpPr>
        <p:spPr>
          <a:xfrm>
            <a:off x="5278032" y="5814315"/>
            <a:ext cx="1549667" cy="94613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1">
                <a:ln>
                  <a:noFill/>
                </a:ln>
                <a:solidFill>
                  <a:srgbClr val="000000"/>
                </a:solidFill>
                <a:effectLst/>
                <a:uLnTx/>
                <a:uFillTx/>
                <a:latin typeface="Arial" panose="020B0604020202020204"/>
                <a:ea typeface="+mn-ea"/>
                <a:cs typeface="+mn-cs"/>
              </a:rPr>
              <a:t>8 churn: </a:t>
            </a:r>
            <a:r>
              <a:rPr kumimoji="0" lang="en-US" sz="900" b="0" i="0" u="none" strike="noStrike" kern="1200" cap="none" spc="0" normalizeH="0" baseline="0" noProof="1">
                <a:ln>
                  <a:noFill/>
                </a:ln>
                <a:solidFill>
                  <a:srgbClr val="000000">
                    <a:lumMod val="50000"/>
                    <a:lumOff val="50000"/>
                  </a:srgbClr>
                </a:solidFill>
                <a:effectLst/>
                <a:uLnTx/>
                <a:uFillTx/>
                <a:latin typeface="Arial" panose="020B0604020202020204"/>
                <a:ea typeface="+mn-ea"/>
                <a:cs typeface="+mn-cs"/>
              </a:rPr>
              <a:t>Monkinet, Jufima, Landm, SGR, Loomis, Q2B, Tecnología Estratégica, Twistic (re-contacto abril-26)</a:t>
            </a:r>
          </a:p>
        </p:txBody>
      </p:sp>
      <p:sp>
        <p:nvSpPr>
          <p:cNvPr id="61" name="Rectangle 60">
            <a:extLst>
              <a:ext uri="{FF2B5EF4-FFF2-40B4-BE49-F238E27FC236}">
                <a16:creationId xmlns:a16="http://schemas.microsoft.com/office/drawing/2014/main" id="{58DF953C-E92D-C4FD-E13A-3EBC3A2981B0}"/>
              </a:ext>
            </a:extLst>
          </p:cNvPr>
          <p:cNvSpPr/>
          <p:nvPr/>
        </p:nvSpPr>
        <p:spPr>
          <a:xfrm>
            <a:off x="3619149" y="2815164"/>
            <a:ext cx="1549667" cy="17885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noProof="1">
                <a:solidFill>
                  <a:srgbClr val="000000"/>
                </a:solidFill>
                <a:latin typeface="Arial" panose="020B0604020202020204"/>
              </a:rPr>
              <a:t>3</a:t>
            </a:r>
            <a:r>
              <a:rPr kumimoji="0" lang="en-US" sz="1000" b="1" i="0" u="none" strike="noStrike" kern="1200" cap="none" spc="0" normalizeH="0" baseline="0" noProof="1">
                <a:ln>
                  <a:noFill/>
                </a:ln>
                <a:solidFill>
                  <a:srgbClr val="000000"/>
                </a:solidFill>
                <a:effectLst/>
                <a:uLnTx/>
                <a:uFillTx/>
                <a:latin typeface="Arial" panose="020B0604020202020204"/>
                <a:ea typeface="+mn-ea"/>
                <a:cs typeface="+mn-cs"/>
              </a:rPr>
              <a:t> sesiones agendadas:</a:t>
            </a:r>
            <a:endParaRPr kumimoji="0" lang="en-US" sz="1000" b="0" i="0" u="none" strike="noStrike" kern="1200" cap="none" spc="0" normalizeH="0" baseline="0" noProof="1">
              <a:ln>
                <a:noFill/>
              </a:ln>
              <a:solidFill>
                <a:srgbClr val="000000"/>
              </a:solidFill>
              <a:effectLst/>
              <a:uLnTx/>
              <a:uFillTx/>
              <a:latin typeface="Arial" panose="020B0604020202020204"/>
              <a:ea typeface="+mn-ea"/>
              <a:cs typeface="+mn-cs"/>
            </a:endParaRPr>
          </a:p>
          <a:p>
            <a:pPr marL="171450" indent="-171450">
              <a:buFont typeface="Arial" panose="020B0604020202020204" pitchFamily="34" charset="0"/>
              <a:buChar char="•"/>
              <a:defRPr/>
            </a:pPr>
            <a:r>
              <a:rPr lang="en-US" sz="1000" noProof="1">
                <a:solidFill>
                  <a:srgbClr val="000000"/>
                </a:solidFill>
              </a:rPr>
              <a:t>SYC Almería (24.03)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noProof="1">
                <a:solidFill>
                  <a:srgbClr val="000000"/>
                </a:solidFill>
                <a:latin typeface="Arial" panose="020B0604020202020204"/>
              </a:rPr>
              <a:t>Inforware (24.04)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noProof="1">
                <a:solidFill>
                  <a:srgbClr val="000000"/>
                </a:solidFill>
                <a:latin typeface="Arial" panose="020B0604020202020204"/>
              </a:rPr>
              <a:t>Evolur (24.04)</a:t>
            </a:r>
            <a:endParaRPr kumimoji="0" lang="en-US" sz="1000" b="0" i="0" u="none" strike="noStrike" kern="1200" cap="none" spc="0" normalizeH="0" baseline="0" noProof="1">
              <a:ln>
                <a:noFill/>
              </a:ln>
              <a:solidFill>
                <a:srgbClr val="000000"/>
              </a:solidFill>
              <a:effectLst/>
              <a:uLnTx/>
              <a:uFillTx/>
              <a:latin typeface="Arial" panose="020B06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1">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1">
              <a:ln>
                <a:noFill/>
              </a:ln>
              <a:solidFill>
                <a:srgbClr val="FF7800"/>
              </a:solidFill>
              <a:effectLst/>
              <a:uLnTx/>
              <a:uFillTx/>
              <a:latin typeface="Arial" panose="020B0604020202020204"/>
              <a:ea typeface="+mn-ea"/>
              <a:cs typeface="+mn-cs"/>
            </a:endParaRPr>
          </a:p>
        </p:txBody>
      </p:sp>
      <p:sp>
        <p:nvSpPr>
          <p:cNvPr id="62" name="Rectangle 61">
            <a:extLst>
              <a:ext uri="{FF2B5EF4-FFF2-40B4-BE49-F238E27FC236}">
                <a16:creationId xmlns:a16="http://schemas.microsoft.com/office/drawing/2014/main" id="{658E6A86-7436-7455-C31B-1EAA486102D1}"/>
              </a:ext>
            </a:extLst>
          </p:cNvPr>
          <p:cNvSpPr/>
          <p:nvPr/>
        </p:nvSpPr>
        <p:spPr>
          <a:xfrm>
            <a:off x="3625715" y="5814315"/>
            <a:ext cx="1549667" cy="94613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1">
                <a:ln>
                  <a:noFill/>
                </a:ln>
                <a:solidFill>
                  <a:srgbClr val="000000"/>
                </a:solidFill>
                <a:effectLst/>
                <a:uLnTx/>
                <a:uFillTx/>
                <a:latin typeface="Arial" panose="020B0604020202020204"/>
                <a:ea typeface="+mn-ea"/>
                <a:cs typeface="+mn-cs"/>
              </a:rPr>
              <a:t>19 rechazos </a:t>
            </a:r>
            <a:r>
              <a:rPr kumimoji="0" lang="en-US" sz="1000" b="0" i="0" u="none" strike="noStrike" kern="1200" cap="none" spc="0" normalizeH="0" baseline="0" noProof="1">
                <a:ln>
                  <a:noFill/>
                </a:ln>
                <a:solidFill>
                  <a:srgbClr val="000000"/>
                </a:solidFill>
                <a:effectLst/>
                <a:uLnTx/>
                <a:uFillTx/>
                <a:latin typeface="Arial" panose="020B0604020202020204"/>
                <a:ea typeface="+mn-ea"/>
                <a:cs typeface="+mn-cs"/>
              </a:rPr>
              <a:t>después de sesión online 1:1</a:t>
            </a:r>
            <a:endParaRPr kumimoji="0" lang="en-US" sz="1000" b="0" i="0" u="none" strike="noStrike" kern="1200" cap="none" spc="0" normalizeH="0" baseline="0" noProof="1">
              <a:ln>
                <a:noFill/>
              </a:ln>
              <a:solidFill>
                <a:srgbClr val="FFFFFF">
                  <a:lumMod val="50000"/>
                </a:srgbClr>
              </a:solidFill>
              <a:effectLst/>
              <a:uLnTx/>
              <a:uFillTx/>
              <a:latin typeface="Arial" panose="020B0604020202020204"/>
              <a:ea typeface="+mn-ea"/>
              <a:cs typeface="+mn-cs"/>
            </a:endParaRPr>
          </a:p>
        </p:txBody>
      </p:sp>
      <p:sp>
        <p:nvSpPr>
          <p:cNvPr id="66" name="Rectangle 65">
            <a:extLst>
              <a:ext uri="{FF2B5EF4-FFF2-40B4-BE49-F238E27FC236}">
                <a16:creationId xmlns:a16="http://schemas.microsoft.com/office/drawing/2014/main" id="{FCF32551-C240-4E1A-A34B-6370B6FDB314}"/>
              </a:ext>
            </a:extLst>
          </p:cNvPr>
          <p:cNvSpPr/>
          <p:nvPr/>
        </p:nvSpPr>
        <p:spPr>
          <a:xfrm>
            <a:off x="381000" y="1350431"/>
            <a:ext cx="8119102" cy="1411200"/>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9227128F-EEE3-6169-66EC-45EADFBBF3DB}"/>
              </a:ext>
            </a:extLst>
          </p:cNvPr>
          <p:cNvSpPr txBox="1"/>
          <p:nvPr/>
        </p:nvSpPr>
        <p:spPr>
          <a:xfrm>
            <a:off x="290118" y="92697"/>
            <a:ext cx="4204879" cy="230832"/>
          </a:xfrm>
          <a:prstGeom prst="rect">
            <a:avLst/>
          </a:prstGeom>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1000" b="0" i="0" u="none" strike="noStrike" kern="1200" cap="all" spc="0" normalizeH="0" baseline="0" noProof="1">
                <a:ln>
                  <a:noFill/>
                </a:ln>
                <a:solidFill>
                  <a:srgbClr val="FF7800"/>
                </a:solidFill>
                <a:effectLst/>
                <a:uLnTx/>
                <a:uFillTx/>
                <a:latin typeface="Arial" panose="020B0604020202020204"/>
                <a:ea typeface="+mn-ea"/>
                <a:cs typeface="+mn-cs"/>
              </a:rPr>
              <a:t>01. ESTADO DE captación de integradores</a:t>
            </a:r>
          </a:p>
        </p:txBody>
      </p:sp>
      <p:sp>
        <p:nvSpPr>
          <p:cNvPr id="12" name="Rectangle 11">
            <a:extLst>
              <a:ext uri="{FF2B5EF4-FFF2-40B4-BE49-F238E27FC236}">
                <a16:creationId xmlns:a16="http://schemas.microsoft.com/office/drawing/2014/main" id="{2EDCB102-D874-1F9A-61CB-9BBD22D22C4B}"/>
              </a:ext>
            </a:extLst>
          </p:cNvPr>
          <p:cNvSpPr/>
          <p:nvPr/>
        </p:nvSpPr>
        <p:spPr>
          <a:xfrm>
            <a:off x="3619094" y="4629915"/>
            <a:ext cx="1549667" cy="115823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noProof="1">
                <a:solidFill>
                  <a:srgbClr val="000000"/>
                </a:solidFill>
                <a:latin typeface="Arial" panose="020B0604020202020204"/>
              </a:rPr>
              <a:t>1</a:t>
            </a:r>
            <a:r>
              <a:rPr kumimoji="0" lang="en-US" sz="1000" b="1" i="0" u="none" strike="noStrike" kern="1200" cap="none" spc="0" normalizeH="0" baseline="0" noProof="1">
                <a:ln>
                  <a:noFill/>
                </a:ln>
                <a:solidFill>
                  <a:srgbClr val="000000"/>
                </a:solidFill>
                <a:effectLst/>
                <a:uLnTx/>
                <a:uFillTx/>
                <a:latin typeface="Arial" panose="020B0604020202020204"/>
                <a:ea typeface="+mn-ea"/>
                <a:cs typeface="+mn-cs"/>
              </a:rPr>
              <a:t> sesiones </a:t>
            </a:r>
            <a:r>
              <a:rPr kumimoji="0" lang="en-US" sz="1000" b="0" i="0" u="none" strike="noStrike" kern="1200" cap="none" spc="0" normalizeH="0" baseline="0" noProof="1">
                <a:ln>
                  <a:noFill/>
                </a:ln>
                <a:solidFill>
                  <a:srgbClr val="000000"/>
                </a:solidFill>
                <a:effectLst/>
                <a:uLnTx/>
                <a:uFillTx/>
                <a:latin typeface="Arial" panose="020B0604020202020204"/>
                <a:ea typeface="+mn-ea"/>
                <a:cs typeface="+mn-cs"/>
              </a:rPr>
              <a:t>pendiente de agendar: , IT Génesis, (</a:t>
            </a:r>
            <a:r>
              <a:rPr kumimoji="0" lang="en-US" sz="1000" b="0" i="1" u="none" strike="noStrike" kern="1200" cap="none" spc="0" normalizeH="0" baseline="0" noProof="1">
                <a:ln>
                  <a:noFill/>
                </a:ln>
                <a:solidFill>
                  <a:srgbClr val="000000"/>
                </a:solidFill>
                <a:effectLst/>
                <a:uLnTx/>
                <a:uFillTx/>
                <a:latin typeface="Arial" panose="020B0604020202020204"/>
                <a:ea typeface="+mn-ea"/>
                <a:cs typeface="+mn-cs"/>
              </a:rPr>
              <a:t>tentativo en marzo)</a:t>
            </a:r>
            <a:endParaRPr kumimoji="0" lang="en-US" sz="1000" b="0" i="0" u="none" strike="noStrike" kern="1200" cap="none" spc="0" normalizeH="0" baseline="0" noProof="1">
              <a:ln>
                <a:noFill/>
              </a:ln>
              <a:solidFill>
                <a:srgbClr val="FFFFFF">
                  <a:lumMod val="50000"/>
                </a:srgbClr>
              </a:solidFill>
              <a:effectLst/>
              <a:uLnTx/>
              <a:uFillTx/>
              <a:latin typeface="Arial" panose="020B0604020202020204"/>
              <a:ea typeface="+mn-ea"/>
              <a:cs typeface="+mn-cs"/>
            </a:endParaRPr>
          </a:p>
        </p:txBody>
      </p:sp>
      <p:sp>
        <p:nvSpPr>
          <p:cNvPr id="4" name="Speech Bubble: Rectangle 3">
            <a:extLst>
              <a:ext uri="{FF2B5EF4-FFF2-40B4-BE49-F238E27FC236}">
                <a16:creationId xmlns:a16="http://schemas.microsoft.com/office/drawing/2014/main" id="{48F6DE0A-B8AA-1742-CB97-64FE43E72408}"/>
              </a:ext>
            </a:extLst>
          </p:cNvPr>
          <p:cNvSpPr/>
          <p:nvPr/>
        </p:nvSpPr>
        <p:spPr>
          <a:xfrm>
            <a:off x="1691858" y="3680031"/>
            <a:ext cx="1796703" cy="1524429"/>
          </a:xfrm>
          <a:prstGeom prst="wedgeRectCallout">
            <a:avLst>
              <a:gd name="adj1" fmla="val 62617"/>
              <a:gd name="adj2" fmla="val -42397"/>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noProof="1">
                <a:solidFill>
                  <a:srgbClr val="000000"/>
                </a:solidFill>
                <a:latin typeface="Arial" panose="020B0604020202020204"/>
              </a:rPr>
              <a:t>+6</a:t>
            </a:r>
            <a:r>
              <a:rPr kumimoji="0" lang="en-US" sz="900" b="0" i="0" u="none" strike="noStrike" kern="1200" cap="none" spc="0" normalizeH="0" baseline="0" noProof="1">
                <a:ln>
                  <a:noFill/>
                </a:ln>
                <a:solidFill>
                  <a:srgbClr val="000000"/>
                </a:solidFill>
                <a:effectLst/>
                <a:uLnTx/>
                <a:uFillTx/>
                <a:latin typeface="Arial" panose="020B0604020202020204"/>
                <a:ea typeface="+mn-ea"/>
                <a:cs typeface="+mn-cs"/>
              </a:rPr>
              <a:t> sesiones mantenidas esta semana:</a:t>
            </a:r>
          </a:p>
          <a:p>
            <a:pPr marL="119063" marR="0" lvl="0" indent="-1190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noProof="1">
                <a:solidFill>
                  <a:srgbClr val="FF7800"/>
                </a:solidFill>
                <a:latin typeface="Arial" panose="020B0604020202020204"/>
              </a:rPr>
              <a:t>ISC Tech (16.03) &gt; con éxito</a:t>
            </a:r>
          </a:p>
          <a:p>
            <a:pPr marL="119063" marR="0" lvl="0" indent="-1190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srgbClr val="FF7800"/>
                </a:solidFill>
                <a:effectLst/>
                <a:uLnTx/>
                <a:uFillTx/>
                <a:latin typeface="Arial" panose="020B0604020202020204"/>
                <a:ea typeface="+mn-ea"/>
                <a:cs typeface="+mn-cs"/>
              </a:rPr>
              <a:t>Maicrosoft (17.03) &gt; con éxito</a:t>
            </a:r>
          </a:p>
          <a:p>
            <a:pPr marL="119063" indent="-119063">
              <a:buFont typeface="Arial" panose="020B0604020202020204" pitchFamily="34" charset="0"/>
              <a:buChar char="•"/>
              <a:defRPr/>
            </a:pPr>
            <a:r>
              <a:rPr lang="en-US" sz="900" noProof="1">
                <a:solidFill>
                  <a:srgbClr val="FF7800"/>
                </a:solidFill>
              </a:rPr>
              <a:t>Aideea (17.03) &gt; con éxito</a:t>
            </a:r>
          </a:p>
          <a:p>
            <a:pPr marL="119063" indent="-119063">
              <a:buFont typeface="Arial" panose="020B0604020202020204" pitchFamily="34" charset="0"/>
              <a:buChar char="•"/>
              <a:defRPr/>
            </a:pPr>
            <a:r>
              <a:rPr lang="en-US" sz="900" noProof="1">
                <a:solidFill>
                  <a:srgbClr val="FF7800"/>
                </a:solidFill>
              </a:rPr>
              <a:t>Lisot (17.03) &gt; con éxito</a:t>
            </a:r>
          </a:p>
          <a:p>
            <a:pPr marL="119063" indent="-119063">
              <a:buFont typeface="Arial" panose="020B0604020202020204" pitchFamily="34" charset="0"/>
              <a:buChar char="•"/>
              <a:defRPr/>
            </a:pPr>
            <a:r>
              <a:rPr lang="en-US" sz="900" noProof="1">
                <a:solidFill>
                  <a:srgbClr val="FF7800"/>
                </a:solidFill>
              </a:rPr>
              <a:t>Digital HM (18.03) &gt; con éxito</a:t>
            </a:r>
          </a:p>
          <a:p>
            <a:pPr marL="119063" indent="-119063">
              <a:buFont typeface="Arial" panose="020B0604020202020204" pitchFamily="34" charset="0"/>
              <a:buChar char="•"/>
              <a:defRPr/>
            </a:pPr>
            <a:r>
              <a:rPr lang="en-US" sz="900" noProof="1">
                <a:solidFill>
                  <a:srgbClr val="FF7800"/>
                </a:solidFill>
              </a:rPr>
              <a:t>Itsoft (18.03) &gt; con éxito</a:t>
            </a:r>
          </a:p>
          <a:p>
            <a:pPr marR="0" lvl="0" algn="l" defTabSz="914400" rtl="0" eaLnBrk="1" fontAlgn="auto" latinLnBrk="0" hangingPunct="1">
              <a:lnSpc>
                <a:spcPct val="100000"/>
              </a:lnSpc>
              <a:spcBef>
                <a:spcPts val="0"/>
              </a:spcBef>
              <a:spcAft>
                <a:spcPts val="0"/>
              </a:spcAft>
              <a:buClrTx/>
              <a:buSzTx/>
              <a:tabLst/>
              <a:defRPr/>
            </a:pPr>
            <a:endParaRPr kumimoji="0" lang="en-US" sz="900" b="0" i="0" u="none" strike="noStrike" kern="1200" cap="none" spc="0" normalizeH="0" baseline="0" noProof="1">
              <a:ln>
                <a:noFill/>
              </a:ln>
              <a:solidFill>
                <a:srgbClr val="000000"/>
              </a:solidFill>
              <a:effectLst/>
              <a:uLnTx/>
              <a:uFillTx/>
              <a:latin typeface="Arial" panose="020B0604020202020204"/>
              <a:ea typeface="+mn-ea"/>
              <a:cs typeface="+mn-cs"/>
            </a:endParaRPr>
          </a:p>
          <a:p>
            <a:pPr marL="119063" marR="0" lvl="0" indent="-1190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1">
              <a:ln>
                <a:noFill/>
              </a:ln>
              <a:solidFill>
                <a:srgbClr val="000000"/>
              </a:solidFill>
              <a:effectLst/>
              <a:uLnTx/>
              <a:uFillTx/>
              <a:latin typeface="Arial" panose="020B0604020202020204"/>
              <a:ea typeface="+mn-ea"/>
              <a:cs typeface="+mn-cs"/>
            </a:endParaRPr>
          </a:p>
        </p:txBody>
      </p:sp>
      <p:sp>
        <p:nvSpPr>
          <p:cNvPr id="17" name="Speech Bubble: Rectangle 16">
            <a:extLst>
              <a:ext uri="{FF2B5EF4-FFF2-40B4-BE49-F238E27FC236}">
                <a16:creationId xmlns:a16="http://schemas.microsoft.com/office/drawing/2014/main" id="{128314C1-A728-D3C8-BC2A-E416CB633943}"/>
              </a:ext>
            </a:extLst>
          </p:cNvPr>
          <p:cNvSpPr/>
          <p:nvPr/>
        </p:nvSpPr>
        <p:spPr>
          <a:xfrm>
            <a:off x="5191100" y="4005396"/>
            <a:ext cx="1723474" cy="398468"/>
          </a:xfrm>
          <a:prstGeom prst="wedgeRectCallout">
            <a:avLst>
              <a:gd name="adj1" fmla="val 27839"/>
              <a:gd name="adj2" fmla="val -66453"/>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1">
                <a:ln>
                  <a:noFill/>
                </a:ln>
                <a:solidFill>
                  <a:srgbClr val="000000"/>
                </a:solidFill>
                <a:effectLst/>
                <a:uLnTx/>
                <a:uFillTx/>
                <a:latin typeface="Arial" panose="020B0604020202020204"/>
                <a:ea typeface="+mn-ea"/>
                <a:cs typeface="+mn-cs"/>
              </a:rPr>
              <a:t>Reuniones esta semana:</a:t>
            </a:r>
          </a:p>
          <a:p>
            <a:pPr marL="119063" marR="0" lvl="0" indent="-1190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750" b="0" i="0" u="none" strike="noStrike" kern="1200" cap="none" spc="0" normalizeH="0" baseline="0" noProof="1">
                <a:ln>
                  <a:noFill/>
                </a:ln>
                <a:solidFill>
                  <a:srgbClr val="FF7800"/>
                </a:solidFill>
                <a:effectLst/>
                <a:uLnTx/>
                <a:uFillTx/>
                <a:latin typeface="Arial" panose="020B0604020202020204"/>
                <a:ea typeface="+mn-ea"/>
                <a:cs typeface="+mn-cs"/>
              </a:rPr>
              <a:t>Brain Hardware(</a:t>
            </a:r>
            <a:r>
              <a:rPr lang="en-US" sz="750" noProof="1">
                <a:solidFill>
                  <a:srgbClr val="FF7800"/>
                </a:solidFill>
                <a:latin typeface="Arial" panose="020B0604020202020204"/>
              </a:rPr>
              <a:t>18</a:t>
            </a:r>
            <a:r>
              <a:rPr kumimoji="0" lang="en-US" sz="750" b="0" i="0" u="none" strike="noStrike" kern="1200" cap="none" spc="0" normalizeH="0" baseline="0" noProof="1">
                <a:ln>
                  <a:noFill/>
                </a:ln>
                <a:solidFill>
                  <a:srgbClr val="FF7800"/>
                </a:solidFill>
                <a:effectLst/>
                <a:uLnTx/>
                <a:uFillTx/>
                <a:latin typeface="Arial" panose="020B0604020202020204"/>
                <a:ea typeface="+mn-ea"/>
                <a:cs typeface="+mn-cs"/>
              </a:rPr>
              <a:t>.03) &gt; con éxito</a:t>
            </a:r>
          </a:p>
        </p:txBody>
      </p:sp>
      <p:sp>
        <p:nvSpPr>
          <p:cNvPr id="5" name="Rectangle 4">
            <a:extLst>
              <a:ext uri="{FF2B5EF4-FFF2-40B4-BE49-F238E27FC236}">
                <a16:creationId xmlns:a16="http://schemas.microsoft.com/office/drawing/2014/main" id="{342D98E7-828A-73AA-2C34-631158A57D07}"/>
              </a:ext>
            </a:extLst>
          </p:cNvPr>
          <p:cNvSpPr/>
          <p:nvPr/>
        </p:nvSpPr>
        <p:spPr>
          <a:xfrm>
            <a:off x="5278032" y="4512977"/>
            <a:ext cx="1549667" cy="87605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1">
                <a:ln>
                  <a:noFill/>
                </a:ln>
                <a:solidFill>
                  <a:srgbClr val="000000"/>
                </a:solidFill>
                <a:effectLst/>
                <a:uLnTx/>
                <a:uFillTx/>
                <a:latin typeface="Arial" panose="020B0604020202020204"/>
                <a:ea typeface="+mn-ea"/>
                <a:cs typeface="+mn-cs"/>
              </a:rPr>
              <a:t>8 sesiones pendientes de agendar</a:t>
            </a:r>
            <a:r>
              <a:rPr kumimoji="0" lang="en-US" sz="900" b="0" i="0" u="none" strike="noStrike" kern="1200" cap="none" spc="0" normalizeH="0" baseline="0" noProof="1">
                <a:ln>
                  <a:noFill/>
                </a:ln>
                <a:solidFill>
                  <a:srgbClr val="FFFFFF">
                    <a:lumMod val="50000"/>
                  </a:srgbClr>
                </a:solidFill>
                <a:effectLst/>
                <a:uLnTx/>
                <a:uFillTx/>
                <a:latin typeface="Arial" panose="020B0604020202020204"/>
                <a:ea typeface="+mn-ea"/>
                <a:cs typeface="+mn-cs"/>
              </a:rPr>
              <a:t> </a:t>
            </a:r>
            <a:r>
              <a:rPr kumimoji="0" lang="en-US" sz="900" b="0" i="0" u="none" strike="noStrike" kern="1200" cap="none" spc="0" normalizeH="0" baseline="0" noProof="1">
                <a:ln>
                  <a:noFill/>
                </a:ln>
                <a:solidFill>
                  <a:srgbClr val="FF0000"/>
                </a:solidFill>
                <a:effectLst/>
                <a:uLnTx/>
                <a:uFillTx/>
                <a:latin typeface="Arial" panose="020B0604020202020204"/>
                <a:ea typeface="+mn-ea"/>
                <a:cs typeface="+mn-cs"/>
              </a:rPr>
              <a:t>NaimiTech</a:t>
            </a:r>
            <a:r>
              <a:rPr kumimoji="0" lang="en-US" sz="900" b="0" i="0" u="none" strike="noStrike" kern="1200" cap="none" spc="0" normalizeH="0" baseline="0" noProof="1">
                <a:ln>
                  <a:noFill/>
                </a:ln>
                <a:solidFill>
                  <a:srgbClr val="FFFFFF">
                    <a:lumMod val="50000"/>
                  </a:srgbClr>
                </a:solidFill>
                <a:effectLst/>
                <a:uLnTx/>
                <a:uFillTx/>
                <a:latin typeface="Arial" panose="020B0604020202020204"/>
                <a:ea typeface="+mn-ea"/>
                <a:cs typeface="+mn-cs"/>
              </a:rPr>
              <a:t>, </a:t>
            </a:r>
            <a:r>
              <a:rPr kumimoji="0" lang="en-US" sz="900" b="0" i="0" u="none" strike="noStrike" kern="1200" cap="none" spc="0" normalizeH="0" baseline="0" noProof="1">
                <a:ln>
                  <a:noFill/>
                </a:ln>
                <a:solidFill>
                  <a:srgbClr val="FF0000"/>
                </a:solidFill>
                <a:effectLst/>
                <a:uLnTx/>
                <a:uFillTx/>
                <a:latin typeface="Arial" panose="020B0604020202020204"/>
                <a:ea typeface="+mn-ea"/>
                <a:cs typeface="+mn-cs"/>
              </a:rPr>
              <a:t>Ache Informática</a:t>
            </a:r>
            <a:r>
              <a:rPr kumimoji="0" lang="en-US" sz="900" b="0" i="0" u="none" strike="noStrike" kern="1200" cap="none" spc="0" normalizeH="0" baseline="0" noProof="1">
                <a:ln>
                  <a:noFill/>
                </a:ln>
                <a:solidFill>
                  <a:srgbClr val="FFFFFF">
                    <a:lumMod val="50000"/>
                  </a:srgbClr>
                </a:solidFill>
                <a:effectLst/>
                <a:uLnTx/>
                <a:uFillTx/>
                <a:latin typeface="Arial" panose="020B0604020202020204"/>
                <a:ea typeface="+mn-ea"/>
                <a:cs typeface="+mn-cs"/>
              </a:rPr>
              <a:t>, </a:t>
            </a:r>
            <a:r>
              <a:rPr kumimoji="0" lang="en-US" sz="900" b="0" i="0" u="none" strike="noStrike" kern="1200" cap="none" spc="0" normalizeH="0" baseline="0" noProof="1">
                <a:ln>
                  <a:noFill/>
                </a:ln>
                <a:solidFill>
                  <a:srgbClr val="FF0000"/>
                </a:solidFill>
                <a:effectLst/>
                <a:uLnTx/>
                <a:uFillTx/>
                <a:latin typeface="Arial" panose="020B0604020202020204"/>
                <a:ea typeface="+mn-ea"/>
                <a:cs typeface="+mn-cs"/>
              </a:rPr>
              <a:t>Omnia Sol</a:t>
            </a:r>
            <a:r>
              <a:rPr kumimoji="0" lang="en-US" sz="900" b="0" i="0" u="none" strike="noStrike" kern="1200" cap="none" spc="0" normalizeH="0" baseline="0" noProof="1">
                <a:ln>
                  <a:noFill/>
                </a:ln>
                <a:solidFill>
                  <a:srgbClr val="FFFFFF">
                    <a:lumMod val="50000"/>
                  </a:srgbClr>
                </a:solidFill>
                <a:effectLst/>
                <a:uLnTx/>
                <a:uFillTx/>
                <a:latin typeface="Arial" panose="020B0604020202020204"/>
                <a:ea typeface="+mn-ea"/>
                <a:cs typeface="+mn-cs"/>
              </a:rPr>
              <a:t>, Sur Computers, Amiritmo, Digital HM, Lisot, ITSoft</a:t>
            </a:r>
          </a:p>
        </p:txBody>
      </p:sp>
      <p:sp>
        <p:nvSpPr>
          <p:cNvPr id="13" name="Rectangle 12">
            <a:extLst>
              <a:ext uri="{FF2B5EF4-FFF2-40B4-BE49-F238E27FC236}">
                <a16:creationId xmlns:a16="http://schemas.microsoft.com/office/drawing/2014/main" id="{A5342C33-97F9-A065-D6A3-B7F8A444FC26}"/>
              </a:ext>
            </a:extLst>
          </p:cNvPr>
          <p:cNvSpPr/>
          <p:nvPr/>
        </p:nvSpPr>
        <p:spPr>
          <a:xfrm>
            <a:off x="5278004" y="5430222"/>
            <a:ext cx="1549667" cy="35739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000" b="1" noProof="1">
                <a:solidFill>
                  <a:schemeClr val="tx1"/>
                </a:solidFill>
                <a:latin typeface="Arial" panose="020B0604020202020204"/>
              </a:rPr>
              <a:t>4 ‘on hold’:</a:t>
            </a:r>
            <a:r>
              <a:rPr lang="en-US" sz="1000" noProof="1">
                <a:solidFill>
                  <a:schemeClr val="tx1"/>
                </a:solidFill>
                <a:latin typeface="Arial" panose="020B0604020202020204"/>
              </a:rPr>
              <a:t> </a:t>
            </a:r>
            <a:r>
              <a:rPr lang="en-US" sz="900" noProof="1">
                <a:solidFill>
                  <a:srgbClr val="FF0000"/>
                </a:solidFill>
                <a:latin typeface="Arial" panose="020B0604020202020204"/>
              </a:rPr>
              <a:t>A4I</a:t>
            </a:r>
            <a:r>
              <a:rPr lang="en-US" sz="900" noProof="1">
                <a:solidFill>
                  <a:srgbClr val="FFFFFF">
                    <a:lumMod val="50000"/>
                  </a:srgbClr>
                </a:solidFill>
                <a:latin typeface="Arial" panose="020B0604020202020204"/>
              </a:rPr>
              <a:t>, </a:t>
            </a:r>
            <a:r>
              <a:rPr lang="en-US" sz="900" noProof="1">
                <a:solidFill>
                  <a:srgbClr val="FF0000"/>
                </a:solidFill>
                <a:latin typeface="Arial" panose="020B0604020202020204"/>
              </a:rPr>
              <a:t>Next mob.</a:t>
            </a:r>
            <a:r>
              <a:rPr lang="en-US" sz="900" noProof="1">
                <a:solidFill>
                  <a:srgbClr val="FFFFFF">
                    <a:lumMod val="50000"/>
                  </a:srgbClr>
                </a:solidFill>
                <a:latin typeface="Arial" panose="020B0604020202020204"/>
              </a:rPr>
              <a:t>, Redem, Dirbapont</a:t>
            </a:r>
          </a:p>
        </p:txBody>
      </p:sp>
      <p:sp>
        <p:nvSpPr>
          <p:cNvPr id="14" name="Speech Bubble: Rectangle 13">
            <a:extLst>
              <a:ext uri="{FF2B5EF4-FFF2-40B4-BE49-F238E27FC236}">
                <a16:creationId xmlns:a16="http://schemas.microsoft.com/office/drawing/2014/main" id="{CF0737BD-A9E9-9C62-DFDA-C19CD7DF547A}"/>
              </a:ext>
            </a:extLst>
          </p:cNvPr>
          <p:cNvSpPr/>
          <p:nvPr/>
        </p:nvSpPr>
        <p:spPr>
          <a:xfrm>
            <a:off x="8174210" y="3657230"/>
            <a:ext cx="1105257" cy="530362"/>
          </a:xfrm>
          <a:prstGeom prst="wedgeRectCallout">
            <a:avLst>
              <a:gd name="adj1" fmla="val -30749"/>
              <a:gd name="adj2" fmla="val -81326"/>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50" noProof="1">
                <a:solidFill>
                  <a:schemeClr val="tx1"/>
                </a:solidFill>
                <a:latin typeface="Arial" panose="020B0604020202020204"/>
              </a:rPr>
              <a:t>Contrato leadgen </a:t>
            </a:r>
            <a:r>
              <a:rPr lang="en-US" sz="750" b="1" noProof="1">
                <a:solidFill>
                  <a:srgbClr val="FF0000"/>
                </a:solidFill>
                <a:latin typeface="Arial" panose="020B0604020202020204"/>
              </a:rPr>
              <a:t>pendiente de validación definitiva por Legal</a:t>
            </a:r>
            <a:endParaRPr kumimoji="0" lang="en-US" sz="750" b="0" i="0" u="none" strike="noStrike" kern="1200" cap="none" spc="0" normalizeH="0" baseline="0" noProof="1">
              <a:ln>
                <a:noFill/>
              </a:ln>
              <a:solidFill>
                <a:srgbClr val="FF0000"/>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AE8F69AD-9028-0461-0EE1-C144C40750D1}"/>
              </a:ext>
            </a:extLst>
          </p:cNvPr>
          <p:cNvSpPr/>
          <p:nvPr/>
        </p:nvSpPr>
        <p:spPr>
          <a:xfrm>
            <a:off x="381000" y="6578714"/>
            <a:ext cx="8104766" cy="20626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i="0" u="none" strike="noStrike" kern="1200" cap="none" spc="0" normalizeH="0" baseline="0" noProof="0">
                <a:ln>
                  <a:noFill/>
                </a:ln>
                <a:solidFill>
                  <a:srgbClr val="000000"/>
                </a:solidFill>
                <a:effectLst/>
                <a:uLnTx/>
                <a:uFillTx/>
                <a:latin typeface="Arial" panose="020B0604020202020204"/>
                <a:ea typeface="+mn-ea"/>
                <a:cs typeface="+mn-cs"/>
              </a:rPr>
              <a:t>Nota (*): Comienzo 15-abril</a:t>
            </a:r>
          </a:p>
        </p:txBody>
      </p:sp>
    </p:spTree>
    <p:extLst>
      <p:ext uri="{BB962C8B-B14F-4D97-AF65-F5344CB8AC3E}">
        <p14:creationId xmlns:p14="http://schemas.microsoft.com/office/powerpoint/2010/main" val="1054275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E8B56-FCA5-10C0-7DB2-2117A19F7BB1}"/>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C5159A8F-8E15-9A57-D0C5-0AD2735949D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6" name="think-cell data - do not delete" hidden="1">
                        <a:extLst>
                          <a:ext uri="{FF2B5EF4-FFF2-40B4-BE49-F238E27FC236}">
                            <a16:creationId xmlns:a16="http://schemas.microsoft.com/office/drawing/2014/main" id="{C5159A8F-8E15-9A57-D0C5-0AD2735949D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E2FC8D5-3565-0089-F43E-11B4AA42CBF3}"/>
              </a:ext>
            </a:extLst>
          </p:cNvPr>
          <p:cNvSpPr>
            <a:spLocks noGrp="1"/>
          </p:cNvSpPr>
          <p:nvPr>
            <p:ph type="title"/>
          </p:nvPr>
        </p:nvSpPr>
        <p:spPr/>
        <p:txBody>
          <a:bodyPr vert="horz"/>
          <a:lstStyle/>
          <a:p>
            <a:r>
              <a:rPr lang="en-GB" err="1"/>
              <a:t>Captación</a:t>
            </a:r>
            <a:r>
              <a:rPr lang="en-GB"/>
              <a:t> de </a:t>
            </a:r>
            <a:r>
              <a:rPr lang="en-GB" err="1"/>
              <a:t>integradores</a:t>
            </a:r>
            <a:r>
              <a:rPr lang="en-GB"/>
              <a:t> y </a:t>
            </a:r>
            <a:r>
              <a:rPr lang="en-GB" err="1"/>
              <a:t>venta</a:t>
            </a:r>
            <a:endParaRPr lang="en-GB"/>
          </a:p>
        </p:txBody>
      </p:sp>
      <p:sp>
        <p:nvSpPr>
          <p:cNvPr id="3" name="Subtitle 2">
            <a:extLst>
              <a:ext uri="{FF2B5EF4-FFF2-40B4-BE49-F238E27FC236}">
                <a16:creationId xmlns:a16="http://schemas.microsoft.com/office/drawing/2014/main" id="{C70F5F52-1EF4-642B-997B-C793750E5BE6}"/>
              </a:ext>
            </a:extLst>
          </p:cNvPr>
          <p:cNvSpPr>
            <a:spLocks noGrp="1"/>
          </p:cNvSpPr>
          <p:nvPr>
            <p:ph type="subTitle" idx="13"/>
          </p:nvPr>
        </p:nvSpPr>
        <p:spPr/>
        <p:txBody>
          <a:bodyPr/>
          <a:lstStyle/>
          <a:p>
            <a:r>
              <a:rPr lang="en-GB" err="1"/>
              <a:t>Detalle</a:t>
            </a:r>
            <a:r>
              <a:rPr lang="en-GB"/>
              <a:t> de </a:t>
            </a:r>
            <a:r>
              <a:rPr lang="en-GB" err="1"/>
              <a:t>los</a:t>
            </a:r>
            <a:r>
              <a:rPr lang="en-GB"/>
              <a:t> 35 </a:t>
            </a:r>
            <a:r>
              <a:rPr lang="en-GB" err="1"/>
              <a:t>integradores</a:t>
            </a:r>
            <a:r>
              <a:rPr lang="en-GB"/>
              <a:t> </a:t>
            </a:r>
            <a:r>
              <a:rPr lang="en-GB" err="1"/>
              <a:t>captados</a:t>
            </a:r>
            <a:r>
              <a:rPr lang="en-GB"/>
              <a:t> y </a:t>
            </a:r>
            <a:r>
              <a:rPr lang="en-GB" err="1"/>
              <a:t>activos</a:t>
            </a:r>
            <a:endParaRPr lang="en-GB"/>
          </a:p>
        </p:txBody>
      </p:sp>
      <p:sp>
        <p:nvSpPr>
          <p:cNvPr id="4" name="TextBox 3">
            <a:extLst>
              <a:ext uri="{FF2B5EF4-FFF2-40B4-BE49-F238E27FC236}">
                <a16:creationId xmlns:a16="http://schemas.microsoft.com/office/drawing/2014/main" id="{BCCEE7B4-7B38-91F5-15F5-D03DD419D6CB}"/>
              </a:ext>
            </a:extLst>
          </p:cNvPr>
          <p:cNvSpPr txBox="1"/>
          <p:nvPr/>
        </p:nvSpPr>
        <p:spPr>
          <a:xfrm>
            <a:off x="290118" y="92697"/>
            <a:ext cx="4204879" cy="230832"/>
          </a:xfrm>
          <a:prstGeom prst="rect">
            <a:avLst/>
          </a:prstGeom>
        </p:spPr>
        <p:txBody>
          <a:bodyPr wrap="square">
            <a:spAutoFit/>
          </a:bodyPr>
          <a:lstStyle/>
          <a:p>
            <a:pPr lvl="0">
              <a:lnSpc>
                <a:spcPct val="90000"/>
              </a:lnSpc>
              <a:spcBef>
                <a:spcPts val="1000"/>
              </a:spcBef>
              <a:defRPr/>
            </a:pPr>
            <a:r>
              <a:rPr lang="en-US" sz="1000" cap="all" noProof="1">
                <a:solidFill>
                  <a:srgbClr val="FF7800"/>
                </a:solidFill>
              </a:rPr>
              <a:t>01. ESTADO DE captación de integradores</a:t>
            </a:r>
          </a:p>
        </p:txBody>
      </p:sp>
      <p:sp>
        <p:nvSpPr>
          <p:cNvPr id="45" name="Rectangle 44">
            <a:extLst>
              <a:ext uri="{FF2B5EF4-FFF2-40B4-BE49-F238E27FC236}">
                <a16:creationId xmlns:a16="http://schemas.microsoft.com/office/drawing/2014/main" id="{8A7FDD7B-6671-51B6-F70F-5B5026B11F2C}"/>
              </a:ext>
            </a:extLst>
          </p:cNvPr>
          <p:cNvSpPr/>
          <p:nvPr/>
        </p:nvSpPr>
        <p:spPr>
          <a:xfrm>
            <a:off x="424294" y="6513904"/>
            <a:ext cx="1726641" cy="1627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_tradnl" sz="700" noProof="0">
                <a:solidFill>
                  <a:schemeClr val="tx1"/>
                </a:solidFill>
              </a:rPr>
              <a:t>Leads compartidos, alta participación</a:t>
            </a:r>
          </a:p>
        </p:txBody>
      </p:sp>
      <p:sp>
        <p:nvSpPr>
          <p:cNvPr id="47" name="Rectangle 46">
            <a:extLst>
              <a:ext uri="{FF2B5EF4-FFF2-40B4-BE49-F238E27FC236}">
                <a16:creationId xmlns:a16="http://schemas.microsoft.com/office/drawing/2014/main" id="{FE674419-DBA4-488D-28C3-22F9917FE169}"/>
              </a:ext>
            </a:extLst>
          </p:cNvPr>
          <p:cNvSpPr/>
          <p:nvPr/>
        </p:nvSpPr>
        <p:spPr>
          <a:xfrm>
            <a:off x="2262060" y="6508516"/>
            <a:ext cx="2716340" cy="16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_tradnl" sz="700" noProof="0">
                <a:solidFill>
                  <a:schemeClr val="tx1"/>
                </a:solidFill>
              </a:rPr>
              <a:t>Posibles leads, aún no recibidos, participación moderada</a:t>
            </a:r>
          </a:p>
        </p:txBody>
      </p:sp>
      <p:sp>
        <p:nvSpPr>
          <p:cNvPr id="49" name="Oval 16">
            <a:extLst>
              <a:ext uri="{FF2B5EF4-FFF2-40B4-BE49-F238E27FC236}">
                <a16:creationId xmlns:a16="http://schemas.microsoft.com/office/drawing/2014/main" id="{19638536-7012-984F-C07F-2B3E3B989B74}"/>
              </a:ext>
            </a:extLst>
          </p:cNvPr>
          <p:cNvSpPr>
            <a:spLocks noChangeArrowheads="1"/>
          </p:cNvSpPr>
          <p:nvPr/>
        </p:nvSpPr>
        <p:spPr bwMode="auto">
          <a:xfrm>
            <a:off x="327914" y="6539534"/>
            <a:ext cx="118872" cy="118872"/>
          </a:xfrm>
          <a:prstGeom prst="ellipse">
            <a:avLst/>
          </a:prstGeom>
          <a:solidFill>
            <a:srgbClr val="00B050"/>
          </a:solidFill>
          <a:ln w="6350">
            <a:noFill/>
            <a:round/>
            <a:headEnd type="none" w="sm" len="sm"/>
            <a:tailEnd type="none" w="sm" len="sm"/>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sp>
        <p:nvSpPr>
          <p:cNvPr id="51" name="Oval 16">
            <a:extLst>
              <a:ext uri="{FF2B5EF4-FFF2-40B4-BE49-F238E27FC236}">
                <a16:creationId xmlns:a16="http://schemas.microsoft.com/office/drawing/2014/main" id="{D2718CD8-6B30-32A1-18D5-EA91D307DFB1}"/>
              </a:ext>
            </a:extLst>
          </p:cNvPr>
          <p:cNvSpPr>
            <a:spLocks noChangeArrowheads="1"/>
          </p:cNvSpPr>
          <p:nvPr/>
        </p:nvSpPr>
        <p:spPr bwMode="auto">
          <a:xfrm>
            <a:off x="2143188" y="6535792"/>
            <a:ext cx="118872" cy="118872"/>
          </a:xfrm>
          <a:prstGeom prst="ellipse">
            <a:avLst/>
          </a:prstGeom>
          <a:solidFill>
            <a:srgbClr val="FFC000"/>
          </a:solidFill>
          <a:ln w="6350">
            <a:noFill/>
            <a:round/>
            <a:headEnd type="none" w="sm" len="sm"/>
            <a:tailEnd type="none" w="sm" len="sm"/>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graphicFrame>
        <p:nvGraphicFramePr>
          <p:cNvPr id="6" name="Table 5">
            <a:extLst>
              <a:ext uri="{FF2B5EF4-FFF2-40B4-BE49-F238E27FC236}">
                <a16:creationId xmlns:a16="http://schemas.microsoft.com/office/drawing/2014/main" id="{3FC542C4-1622-6BE0-6230-10A54794618B}"/>
              </a:ext>
            </a:extLst>
          </p:cNvPr>
          <p:cNvGraphicFramePr>
            <a:graphicFrameLocks noGrp="1"/>
          </p:cNvGraphicFramePr>
          <p:nvPr>
            <p:extLst>
              <p:ext uri="{D42A27DB-BD31-4B8C-83A1-F6EECF244321}">
                <p14:modId xmlns:p14="http://schemas.microsoft.com/office/powerpoint/2010/main" val="2911639350"/>
              </p:ext>
            </p:extLst>
          </p:nvPr>
        </p:nvGraphicFramePr>
        <p:xfrm>
          <a:off x="6327008" y="1378264"/>
          <a:ext cx="5547930" cy="3961134"/>
        </p:xfrm>
        <a:graphic>
          <a:graphicData uri="http://schemas.openxmlformats.org/drawingml/2006/table">
            <a:tbl>
              <a:tblPr firstRow="1" bandRow="1">
                <a:tableStyleId>{5C22544A-7EE6-4342-B048-85BDC9FD1C3A}</a:tableStyleId>
              </a:tblPr>
              <a:tblGrid>
                <a:gridCol w="1043179">
                  <a:extLst>
                    <a:ext uri="{9D8B030D-6E8A-4147-A177-3AD203B41FA5}">
                      <a16:colId xmlns:a16="http://schemas.microsoft.com/office/drawing/2014/main" val="805424570"/>
                    </a:ext>
                  </a:extLst>
                </a:gridCol>
                <a:gridCol w="3951972">
                  <a:extLst>
                    <a:ext uri="{9D8B030D-6E8A-4147-A177-3AD203B41FA5}">
                      <a16:colId xmlns:a16="http://schemas.microsoft.com/office/drawing/2014/main" val="4240591385"/>
                    </a:ext>
                  </a:extLst>
                </a:gridCol>
                <a:gridCol w="552779">
                  <a:extLst>
                    <a:ext uri="{9D8B030D-6E8A-4147-A177-3AD203B41FA5}">
                      <a16:colId xmlns:a16="http://schemas.microsoft.com/office/drawing/2014/main" val="896732470"/>
                    </a:ext>
                  </a:extLst>
                </a:gridCol>
              </a:tblGrid>
              <a:tr h="386570">
                <a:tc>
                  <a:txBody>
                    <a:bodyPr/>
                    <a:lstStyle/>
                    <a:p>
                      <a:r>
                        <a:rPr lang="es-ES" sz="1000">
                          <a:solidFill>
                            <a:schemeClr val="tx1"/>
                          </a:solidFill>
                        </a:rPr>
                        <a:t>Integrador</a:t>
                      </a:r>
                    </a:p>
                  </a:txBody>
                  <a:tcPr marL="41564" marR="41564"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 sz="1000">
                          <a:solidFill>
                            <a:schemeClr val="tx1"/>
                          </a:solidFill>
                        </a:rPr>
                        <a:t>Observaciones</a:t>
                      </a:r>
                    </a:p>
                  </a:txBody>
                  <a:tcPr marL="41564" marR="41564"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a:solidFill>
                            <a:schemeClr val="tx1"/>
                          </a:solidFill>
                        </a:rPr>
                        <a:t>Estado</a:t>
                      </a:r>
                    </a:p>
                  </a:txBody>
                  <a:tcPr marL="41564" marR="41564"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3121352"/>
                  </a:ext>
                </a:extLst>
              </a:tr>
              <a:tr h="228751">
                <a:tc>
                  <a:txBody>
                    <a:bodyPr/>
                    <a:lstStyle/>
                    <a:p>
                      <a:pPr marL="0" algn="l" defTabSz="914400" rtl="0" eaLnBrk="1" latinLnBrk="0" hangingPunct="1"/>
                      <a:r>
                        <a:rPr lang="es-ES" sz="1000" b="1" kern="1200" err="1">
                          <a:solidFill>
                            <a:schemeClr val="dk1"/>
                          </a:solidFill>
                          <a:latin typeface="+mn-lt"/>
                          <a:ea typeface="+mn-ea"/>
                          <a:cs typeface="+mn-cs"/>
                        </a:rPr>
                        <a:t>Redem</a:t>
                      </a:r>
                      <a:endParaRPr lang="es-ES" sz="1000" b="1" kern="1200">
                        <a:solidFill>
                          <a:schemeClr val="dk1"/>
                        </a:solidFill>
                        <a:latin typeface="+mn-lt"/>
                        <a:ea typeface="+mn-ea"/>
                        <a:cs typeface="+mn-cs"/>
                      </a:endParaRPr>
                    </a:p>
                  </a:txBody>
                  <a:tcPr marL="45720" marR="45720" marB="0">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a:ln>
                            <a:noFill/>
                          </a:ln>
                          <a:solidFill>
                            <a:srgbClr val="000000"/>
                          </a:solidFill>
                          <a:effectLst/>
                          <a:uLnTx/>
                          <a:uFillTx/>
                          <a:latin typeface="+mn-lt"/>
                          <a:ea typeface="+mn-ea"/>
                          <a:cs typeface="+mn-cs"/>
                        </a:rPr>
                        <a:t>Pendiente respuesta para reunión con VVDD, 1:1 el 10.03.</a:t>
                      </a:r>
                    </a:p>
                  </a:txBody>
                  <a:tcPr marL="41564" marR="41564" marB="0">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_tradnl"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87738308"/>
                  </a:ext>
                </a:extLst>
              </a:tr>
              <a:tr h="221630">
                <a:tc>
                  <a:txBody>
                    <a:bodyPr/>
                    <a:lstStyle/>
                    <a:p>
                      <a:pPr marL="0" algn="l" defTabSz="914400" rtl="0" eaLnBrk="1" latinLnBrk="0" hangingPunct="1"/>
                      <a:r>
                        <a:rPr lang="es-ES" sz="1000" b="1" kern="1200">
                          <a:solidFill>
                            <a:schemeClr val="dk1"/>
                          </a:solidFill>
                          <a:latin typeface="+mn-lt"/>
                          <a:ea typeface="+mn-ea"/>
                          <a:cs typeface="+mn-cs"/>
                        </a:rPr>
                        <a:t>Sur </a:t>
                      </a:r>
                      <a:r>
                        <a:rPr lang="es-ES" sz="1000" b="1" kern="1200" err="1">
                          <a:solidFill>
                            <a:schemeClr val="dk1"/>
                          </a:solidFill>
                          <a:latin typeface="+mn-lt"/>
                          <a:ea typeface="+mn-ea"/>
                          <a:cs typeface="+mn-cs"/>
                        </a:rPr>
                        <a:t>Computers</a:t>
                      </a:r>
                      <a:endParaRPr lang="es-ES" sz="1000" b="1" kern="1200">
                        <a:solidFill>
                          <a:schemeClr val="dk1"/>
                        </a:solidFill>
                        <a:latin typeface="+mn-lt"/>
                        <a:ea typeface="+mn-ea"/>
                        <a:cs typeface="+mn-cs"/>
                      </a:endParaRP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Nos pidieron portfolio de licencias con precios. Pendiente </a:t>
                      </a:r>
                      <a:r>
                        <a:rPr lang="es-ES" sz="900" err="1"/>
                        <a:t>recontacto</a:t>
                      </a:r>
                      <a:r>
                        <a:rPr lang="es-ES" sz="900"/>
                        <a:t>.</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_tradnl"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24842219"/>
                  </a:ext>
                </a:extLst>
              </a:tr>
              <a:tr h="228751">
                <a:tc>
                  <a:txBody>
                    <a:bodyPr/>
                    <a:lstStyle/>
                    <a:p>
                      <a:pPr marL="0" algn="l" defTabSz="914400" rtl="0" eaLnBrk="1" latinLnBrk="0" hangingPunct="1"/>
                      <a:r>
                        <a:rPr lang="es-ES" sz="1000" b="1" kern="1200" err="1">
                          <a:solidFill>
                            <a:schemeClr val="dk1"/>
                          </a:solidFill>
                          <a:latin typeface="+mn-lt"/>
                          <a:ea typeface="+mn-ea"/>
                          <a:cs typeface="+mn-cs"/>
                        </a:rPr>
                        <a:t>Lisot</a:t>
                      </a:r>
                      <a:endParaRPr lang="es-ES" sz="1000" b="1" kern="1200">
                        <a:solidFill>
                          <a:schemeClr val="dk1"/>
                        </a:solidFill>
                        <a:latin typeface="+mn-lt"/>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a:ln>
                            <a:noFill/>
                          </a:ln>
                          <a:solidFill>
                            <a:srgbClr val="000000"/>
                          </a:solidFill>
                          <a:effectLst/>
                          <a:uLnTx/>
                          <a:uFillTx/>
                          <a:latin typeface="+mn-lt"/>
                          <a:ea typeface="+mn-ea"/>
                          <a:cs typeface="+mn-cs"/>
                        </a:rPr>
                        <a:t>Pendiente respuesta para reunión con VVDD, 1:1 el 17.03.</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_tradnl"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69110797"/>
                  </a:ext>
                </a:extLst>
              </a:tr>
              <a:tr h="228751">
                <a:tc>
                  <a:txBody>
                    <a:bodyPr/>
                    <a:lstStyle/>
                    <a:p>
                      <a:pPr marL="0" algn="l" defTabSz="914400" rtl="0" eaLnBrk="1" latinLnBrk="0" hangingPunct="1"/>
                      <a:r>
                        <a:rPr lang="es-ES" sz="1000" b="1" kern="1200">
                          <a:solidFill>
                            <a:schemeClr val="dk1"/>
                          </a:solidFill>
                          <a:latin typeface="+mn-lt"/>
                          <a:ea typeface="+mn-ea"/>
                          <a:cs typeface="+mn-cs"/>
                        </a:rPr>
                        <a:t>Digital HM</a:t>
                      </a: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a:ln>
                            <a:noFill/>
                          </a:ln>
                          <a:solidFill>
                            <a:srgbClr val="000000"/>
                          </a:solidFill>
                          <a:effectLst/>
                          <a:uLnTx/>
                          <a:uFillTx/>
                          <a:latin typeface="+mn-lt"/>
                          <a:ea typeface="+mn-ea"/>
                          <a:cs typeface="+mn-cs"/>
                        </a:rPr>
                        <a:t>Pendiente respuesta para reunión con VVDD, 1:1 el 18.03.</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_tradnl"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1311341"/>
                  </a:ext>
                </a:extLst>
              </a:tr>
              <a:tr h="228751">
                <a:tc>
                  <a:txBody>
                    <a:bodyPr/>
                    <a:lstStyle/>
                    <a:p>
                      <a:r>
                        <a:rPr lang="es-ES" sz="1000" b="1" err="1"/>
                        <a:t>ITSoft</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a:ln>
                            <a:noFill/>
                          </a:ln>
                          <a:solidFill>
                            <a:srgbClr val="000000"/>
                          </a:solidFill>
                          <a:effectLst/>
                          <a:uLnTx/>
                          <a:uFillTx/>
                          <a:latin typeface="+mn-lt"/>
                          <a:ea typeface="+mn-ea"/>
                          <a:cs typeface="+mn-cs"/>
                        </a:rPr>
                        <a:t>Pendiente respuesta para reunión con VVDD, 1:1 el 18.03.</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_tradnl"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46771267"/>
                  </a:ext>
                </a:extLst>
              </a:tr>
              <a:tr h="221630">
                <a:tc>
                  <a:txBody>
                    <a:bodyPr/>
                    <a:lstStyle/>
                    <a:p>
                      <a:pPr marL="0" algn="l" defTabSz="914400" rtl="0" eaLnBrk="1" latinLnBrk="0" hangingPunct="1"/>
                      <a:r>
                        <a:rPr lang="es-ES" sz="1000" b="1" kern="1200" err="1">
                          <a:solidFill>
                            <a:schemeClr val="dk1"/>
                          </a:solidFill>
                          <a:latin typeface="+mn-lt"/>
                          <a:ea typeface="+mn-ea"/>
                          <a:cs typeface="+mn-cs"/>
                        </a:rPr>
                        <a:t>Dirbapont</a:t>
                      </a:r>
                      <a:endParaRPr lang="es-ES" sz="1000" b="1" kern="1200">
                        <a:solidFill>
                          <a:schemeClr val="dk1"/>
                        </a:solidFill>
                        <a:latin typeface="+mn-lt"/>
                        <a:ea typeface="+mn-ea"/>
                        <a:cs typeface="+mn-cs"/>
                      </a:endParaRP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err="1"/>
                        <a:t>Hold</a:t>
                      </a:r>
                      <a:r>
                        <a:rPr lang="es-ES" sz="900"/>
                        <a:t> hasta finales de marzo por carga de trabajo.</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chemeClr val="bg2">
                              <a:lumMod val="85000"/>
                            </a:schemeClr>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chemeClr val="bg2">
                            <a:lumMod val="85000"/>
                          </a:schemeClr>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65572104"/>
                  </a:ext>
                </a:extLst>
              </a:tr>
              <a:tr h="221630">
                <a:tc>
                  <a:txBody>
                    <a:bodyPr/>
                    <a:lstStyle/>
                    <a:p>
                      <a:pPr marL="0" algn="l" defTabSz="914400" rtl="0" eaLnBrk="1" latinLnBrk="0" hangingPunct="1"/>
                      <a:r>
                        <a:rPr lang="es-ES" sz="1000" b="1" kern="1200" err="1">
                          <a:solidFill>
                            <a:schemeClr val="dk1"/>
                          </a:solidFill>
                          <a:latin typeface="+mn-lt"/>
                          <a:ea typeface="+mn-ea"/>
                          <a:cs typeface="+mn-cs"/>
                        </a:rPr>
                        <a:t>Sictemas</a:t>
                      </a:r>
                      <a:endParaRPr lang="es-ES" sz="1000" b="1" kern="1200">
                        <a:solidFill>
                          <a:schemeClr val="dk1"/>
                        </a:solidFill>
                        <a:latin typeface="+mn-lt"/>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Hold hasta 15-abril por restructuración interna – Contrato firmado enviado</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chemeClr val="bg2">
                              <a:lumMod val="85000"/>
                            </a:schemeClr>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chemeClr val="bg2">
                            <a:lumMod val="85000"/>
                          </a:schemeClr>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06686908"/>
                  </a:ext>
                </a:extLst>
              </a:tr>
              <a:tr h="221630">
                <a:tc>
                  <a:txBody>
                    <a:bodyPr/>
                    <a:lstStyle/>
                    <a:p>
                      <a:r>
                        <a:rPr lang="es-ES" sz="1000" b="1" err="1"/>
                        <a:t>Fedesoft</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err="1"/>
                        <a:t>Hold</a:t>
                      </a:r>
                      <a:r>
                        <a:rPr lang="es-ES" sz="900"/>
                        <a:t> hasta abril por problemas personales.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chemeClr val="bg2">
                              <a:lumMod val="85000"/>
                            </a:schemeClr>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chemeClr val="bg2">
                            <a:lumMod val="85000"/>
                          </a:schemeClr>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8673319"/>
                  </a:ext>
                </a:extLst>
              </a:tr>
              <a:tr h="221630">
                <a:tc>
                  <a:txBody>
                    <a:bodyPr/>
                    <a:lstStyle/>
                    <a:p>
                      <a:pPr marL="0" algn="l" defTabSz="914400" rtl="0" eaLnBrk="1" latinLnBrk="0" hangingPunct="1"/>
                      <a:r>
                        <a:rPr lang="es-ES" sz="1000" b="1" kern="1200" err="1">
                          <a:solidFill>
                            <a:schemeClr val="dk1"/>
                          </a:solidFill>
                          <a:latin typeface="+mn-lt"/>
                          <a:ea typeface="+mn-ea"/>
                          <a:cs typeface="+mn-cs"/>
                        </a:rPr>
                        <a:t>Brain</a:t>
                      </a:r>
                      <a:r>
                        <a:rPr lang="es-ES" sz="1000" b="1" kern="1200">
                          <a:solidFill>
                            <a:schemeClr val="dk1"/>
                          </a:solidFill>
                          <a:latin typeface="+mn-lt"/>
                          <a:ea typeface="+mn-ea"/>
                          <a:cs typeface="+mn-cs"/>
                        </a:rPr>
                        <a:t> Hardware</a:t>
                      </a: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err="1"/>
                        <a:t>Hold</a:t>
                      </a:r>
                      <a:r>
                        <a:rPr lang="es-ES" sz="900"/>
                        <a:t> hasta mayo por carga de trabajo.</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ES" sz="1100" b="0" i="0" u="none" strike="noStrike" kern="1200" cap="none" spc="0" normalizeH="0" baseline="0" noProof="0">
                          <a:ln>
                            <a:noFill/>
                          </a:ln>
                          <a:solidFill>
                            <a:schemeClr val="bg2">
                              <a:lumMod val="85000"/>
                            </a:schemeClr>
                          </a:solidFill>
                          <a:effectLst/>
                          <a:uLnTx/>
                          <a:uFillTx/>
                          <a:latin typeface="Segoe Fluent Icons" panose="050A0102010101010101" pitchFamily="18" charset="0"/>
                          <a:ea typeface="+mn-ea"/>
                          <a:cs typeface="+mn-cs"/>
                        </a:rPr>
                        <a:t>●</a:t>
                      </a:r>
                      <a:endParaRPr kumimoji="0" lang="es-ES_tradnl"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9624512"/>
                  </a:ext>
                </a:extLst>
              </a:tr>
              <a:tr h="221630">
                <a:tc>
                  <a:txBody>
                    <a:bodyPr/>
                    <a:lstStyle/>
                    <a:p>
                      <a:r>
                        <a:rPr lang="es-ES" sz="1000" b="1" err="1"/>
                        <a:t>Infornet</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a:ln>
                            <a:noFill/>
                          </a:ln>
                          <a:solidFill>
                            <a:srgbClr val="000000"/>
                          </a:solidFill>
                          <a:effectLst/>
                          <a:uLnTx/>
                          <a:uFillTx/>
                          <a:latin typeface="+mn-lt"/>
                          <a:ea typeface="+mn-ea"/>
                          <a:cs typeface="+mn-cs"/>
                        </a:rPr>
                        <a:t>Pendiente respuesta.</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14910397"/>
                  </a:ext>
                </a:extLst>
              </a:tr>
              <a:tr h="221630">
                <a:tc>
                  <a:txBody>
                    <a:bodyPr/>
                    <a:lstStyle/>
                    <a:p>
                      <a:pPr marL="0" algn="l" defTabSz="914400" rtl="0" eaLnBrk="1" latinLnBrk="0" hangingPunct="1"/>
                      <a:r>
                        <a:rPr lang="es-ES" sz="1000" b="1" kern="1200" err="1">
                          <a:solidFill>
                            <a:schemeClr val="dk1"/>
                          </a:solidFill>
                          <a:latin typeface="+mn-lt"/>
                          <a:ea typeface="+mn-ea"/>
                          <a:cs typeface="+mn-cs"/>
                        </a:rPr>
                        <a:t>NaimiTech</a:t>
                      </a:r>
                      <a:endParaRPr lang="es-ES" sz="1000" b="1" kern="1200">
                        <a:solidFill>
                          <a:schemeClr val="dk1"/>
                        </a:solidFill>
                        <a:latin typeface="+mn-lt"/>
                        <a:ea typeface="+mn-ea"/>
                        <a:cs typeface="+mn-cs"/>
                      </a:endParaRP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Riesgo </a:t>
                      </a:r>
                      <a:r>
                        <a:rPr lang="es-ES" sz="900" err="1"/>
                        <a:t>churn</a:t>
                      </a:r>
                      <a:r>
                        <a:rPr lang="es-ES" sz="900"/>
                        <a:t>; quiere modelo bidireccional pero no contesta.</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43484764"/>
                  </a:ext>
                </a:extLst>
              </a:tr>
              <a:tr h="221630">
                <a:tc>
                  <a:txBody>
                    <a:bodyPr/>
                    <a:lstStyle/>
                    <a:p>
                      <a:pPr marL="0" algn="l" defTabSz="914400" rtl="0" eaLnBrk="1" latinLnBrk="0" hangingPunct="1"/>
                      <a:r>
                        <a:rPr lang="es-ES" sz="1000" b="1" kern="1200">
                          <a:solidFill>
                            <a:schemeClr val="dk1"/>
                          </a:solidFill>
                          <a:latin typeface="+mn-lt"/>
                          <a:ea typeface="+mn-ea"/>
                          <a:cs typeface="+mn-cs"/>
                        </a:rPr>
                        <a:t>Ache Infor.</a:t>
                      </a: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Riesgo </a:t>
                      </a:r>
                      <a:r>
                        <a:rPr lang="es-ES" sz="900" err="1"/>
                        <a:t>churn</a:t>
                      </a:r>
                      <a:r>
                        <a:rPr lang="es-ES" sz="900"/>
                        <a:t> por no respuesta a email y llamadas.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27933319"/>
                  </a:ext>
                </a:extLst>
              </a:tr>
              <a:tr h="221630">
                <a:tc>
                  <a:txBody>
                    <a:bodyPr/>
                    <a:lstStyle/>
                    <a:p>
                      <a:pPr marL="0" algn="l" defTabSz="914400" rtl="0" eaLnBrk="1" latinLnBrk="0" hangingPunct="1"/>
                      <a:r>
                        <a:rPr lang="es-ES" sz="1000" b="1" kern="1200">
                          <a:solidFill>
                            <a:schemeClr val="dk1"/>
                          </a:solidFill>
                          <a:latin typeface="+mn-lt"/>
                          <a:ea typeface="+mn-ea"/>
                          <a:cs typeface="+mn-cs"/>
                        </a:rPr>
                        <a:t>Omnia Sol.</a:t>
                      </a: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Riesgo </a:t>
                      </a:r>
                      <a:r>
                        <a:rPr lang="es-ES" sz="900" err="1"/>
                        <a:t>churn</a:t>
                      </a:r>
                      <a:r>
                        <a:rPr lang="es-ES" sz="900"/>
                        <a:t> por no respuesta a email y llamadas.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76428226"/>
                  </a:ext>
                </a:extLst>
              </a:tr>
              <a:tr h="221630">
                <a:tc>
                  <a:txBody>
                    <a:bodyPr/>
                    <a:lstStyle/>
                    <a:p>
                      <a:pPr marL="0" algn="l" defTabSz="914400" rtl="0" eaLnBrk="1" latinLnBrk="0" hangingPunct="1"/>
                      <a:r>
                        <a:rPr lang="es-ES" sz="1000" b="1" kern="1200">
                          <a:solidFill>
                            <a:schemeClr val="dk1"/>
                          </a:solidFill>
                          <a:latin typeface="+mn-lt"/>
                          <a:ea typeface="+mn-ea"/>
                          <a:cs typeface="+mn-cs"/>
                        </a:rPr>
                        <a:t>A4I</a:t>
                      </a: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Riesgo </a:t>
                      </a:r>
                      <a:r>
                        <a:rPr lang="es-ES" sz="900" err="1"/>
                        <a:t>churn</a:t>
                      </a:r>
                      <a:r>
                        <a:rPr lang="es-ES" sz="900"/>
                        <a:t> por no respuesta a email y llamadas.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7096303"/>
                  </a:ext>
                </a:extLst>
              </a:tr>
              <a:tr h="221630">
                <a:tc>
                  <a:txBody>
                    <a:bodyPr/>
                    <a:lstStyle/>
                    <a:p>
                      <a:pPr marL="0" algn="l" defTabSz="914400" rtl="0" eaLnBrk="1" latinLnBrk="0" hangingPunct="1"/>
                      <a:r>
                        <a:rPr lang="es-ES" sz="1000" b="1" kern="1200">
                          <a:solidFill>
                            <a:schemeClr val="dk1"/>
                          </a:solidFill>
                          <a:latin typeface="+mn-lt"/>
                          <a:ea typeface="+mn-ea"/>
                          <a:cs typeface="+mn-cs"/>
                        </a:rPr>
                        <a:t>Next </a:t>
                      </a:r>
                      <a:r>
                        <a:rPr lang="es-ES" sz="1000" b="1" kern="1200" err="1">
                          <a:solidFill>
                            <a:schemeClr val="dk1"/>
                          </a:solidFill>
                          <a:latin typeface="+mn-lt"/>
                          <a:ea typeface="+mn-ea"/>
                          <a:cs typeface="+mn-cs"/>
                        </a:rPr>
                        <a:t>Mobility</a:t>
                      </a:r>
                      <a:endParaRPr lang="es-ES" sz="1000" b="1" kern="1200">
                        <a:solidFill>
                          <a:schemeClr val="dk1"/>
                        </a:solidFill>
                        <a:latin typeface="+mn-lt"/>
                        <a:ea typeface="+mn-ea"/>
                        <a:cs typeface="+mn-cs"/>
                      </a:endParaRP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Riesgo </a:t>
                      </a:r>
                      <a:r>
                        <a:rPr lang="es-ES" sz="900" err="1"/>
                        <a:t>churn</a:t>
                      </a:r>
                      <a:r>
                        <a:rPr lang="es-ES" sz="900"/>
                        <a:t> por no respuesta a email y llamadas.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60128430"/>
                  </a:ext>
                </a:extLst>
              </a:tr>
              <a:tr h="221630">
                <a:tc>
                  <a:txBody>
                    <a:bodyPr/>
                    <a:lstStyle/>
                    <a:p>
                      <a:r>
                        <a:rPr lang="es-ES" sz="1000" b="1" err="1"/>
                        <a:t>Solventus</a:t>
                      </a:r>
                      <a:r>
                        <a:rPr lang="es-ES" sz="1000" b="1"/>
                        <a:t> </a:t>
                      </a:r>
                      <a:r>
                        <a:rPr lang="es-ES" sz="1000" b="1" err="1"/>
                        <a:t>Soft</a:t>
                      </a:r>
                      <a:r>
                        <a:rPr lang="es-ES" sz="1000" b="1"/>
                        <a:t>.</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Riesgo </a:t>
                      </a:r>
                      <a:r>
                        <a:rPr lang="es-ES" sz="900" err="1"/>
                        <a:t>churn</a:t>
                      </a:r>
                      <a:r>
                        <a:rPr lang="es-ES" sz="900"/>
                        <a:t> por no respuesta a email y llamadas.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0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15802592"/>
                  </a:ext>
                </a:extLst>
              </a:tr>
            </a:tbl>
          </a:graphicData>
        </a:graphic>
      </p:graphicFrame>
      <p:graphicFrame>
        <p:nvGraphicFramePr>
          <p:cNvPr id="7" name="Table 6">
            <a:extLst>
              <a:ext uri="{FF2B5EF4-FFF2-40B4-BE49-F238E27FC236}">
                <a16:creationId xmlns:a16="http://schemas.microsoft.com/office/drawing/2014/main" id="{B24B9780-4D9F-364C-7F86-0B71BF24CA71}"/>
              </a:ext>
            </a:extLst>
          </p:cNvPr>
          <p:cNvGraphicFramePr>
            <a:graphicFrameLocks noGrp="1"/>
          </p:cNvGraphicFramePr>
          <p:nvPr>
            <p:extLst>
              <p:ext uri="{D42A27DB-BD31-4B8C-83A1-F6EECF244321}">
                <p14:modId xmlns:p14="http://schemas.microsoft.com/office/powerpoint/2010/main" val="3930880872"/>
              </p:ext>
            </p:extLst>
          </p:nvPr>
        </p:nvGraphicFramePr>
        <p:xfrm>
          <a:off x="448610" y="1378264"/>
          <a:ext cx="5547930" cy="4633145"/>
        </p:xfrm>
        <a:graphic>
          <a:graphicData uri="http://schemas.openxmlformats.org/drawingml/2006/table">
            <a:tbl>
              <a:tblPr firstRow="1" bandRow="1">
                <a:tableStyleId>{5C22544A-7EE6-4342-B048-85BDC9FD1C3A}</a:tableStyleId>
              </a:tblPr>
              <a:tblGrid>
                <a:gridCol w="1043179">
                  <a:extLst>
                    <a:ext uri="{9D8B030D-6E8A-4147-A177-3AD203B41FA5}">
                      <a16:colId xmlns:a16="http://schemas.microsoft.com/office/drawing/2014/main" val="805424570"/>
                    </a:ext>
                  </a:extLst>
                </a:gridCol>
                <a:gridCol w="3951972">
                  <a:extLst>
                    <a:ext uri="{9D8B030D-6E8A-4147-A177-3AD203B41FA5}">
                      <a16:colId xmlns:a16="http://schemas.microsoft.com/office/drawing/2014/main" val="4240591385"/>
                    </a:ext>
                  </a:extLst>
                </a:gridCol>
                <a:gridCol w="552779">
                  <a:extLst>
                    <a:ext uri="{9D8B030D-6E8A-4147-A177-3AD203B41FA5}">
                      <a16:colId xmlns:a16="http://schemas.microsoft.com/office/drawing/2014/main" val="896732470"/>
                    </a:ext>
                  </a:extLst>
                </a:gridCol>
              </a:tblGrid>
              <a:tr h="386570">
                <a:tc>
                  <a:txBody>
                    <a:bodyPr/>
                    <a:lstStyle/>
                    <a:p>
                      <a:r>
                        <a:rPr lang="es-ES" sz="1000">
                          <a:solidFill>
                            <a:schemeClr val="tx1"/>
                          </a:solidFill>
                        </a:rPr>
                        <a:t>Integrador</a:t>
                      </a:r>
                    </a:p>
                  </a:txBody>
                  <a:tcPr marL="41564" marR="41564"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 sz="1000">
                          <a:solidFill>
                            <a:schemeClr val="tx1"/>
                          </a:solidFill>
                        </a:rPr>
                        <a:t>Observaciones</a:t>
                      </a:r>
                    </a:p>
                  </a:txBody>
                  <a:tcPr marL="41564" marR="41564"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00">
                          <a:solidFill>
                            <a:schemeClr val="tx1"/>
                          </a:solidFill>
                        </a:rPr>
                        <a:t>Estado</a:t>
                      </a:r>
                    </a:p>
                  </a:txBody>
                  <a:tcPr marL="41564" marR="41564"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3121352"/>
                  </a:ext>
                </a:extLst>
              </a:tr>
              <a:tr h="221630">
                <a:tc>
                  <a:txBody>
                    <a:bodyPr/>
                    <a:lstStyle/>
                    <a:p>
                      <a:r>
                        <a:rPr lang="es-ES" sz="1000" b="1" err="1"/>
                        <a:t>Maxen</a:t>
                      </a:r>
                      <a:endParaRPr lang="es-ES" sz="1000" b="1"/>
                    </a:p>
                  </a:txBody>
                  <a:tcPr marL="41564" marR="41564" marB="0">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s-ES" sz="900"/>
                        <a:t>Varios leads en curso y sin bloqueantes identificados.</a:t>
                      </a:r>
                    </a:p>
                  </a:txBody>
                  <a:tcPr marL="41564" marR="41564" marB="0">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nchor="ct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88323218"/>
                  </a:ext>
                </a:extLst>
              </a:tr>
              <a:tr h="221630">
                <a:tc>
                  <a:txBody>
                    <a:bodyPr/>
                    <a:lstStyle/>
                    <a:p>
                      <a:r>
                        <a:rPr lang="es-ES" sz="1000" b="1" err="1"/>
                        <a:t>Covernet</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s-ES" sz="900"/>
                        <a:t>Realizando ampliación pendiente PYME y a la espera de y nuevos leads.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4170164"/>
                  </a:ext>
                </a:extLst>
              </a:tr>
              <a:tr h="221630">
                <a:tc>
                  <a:txBody>
                    <a:bodyPr/>
                    <a:lstStyle/>
                    <a:p>
                      <a:r>
                        <a:rPr lang="es-ES" sz="1000" b="1" err="1"/>
                        <a:t>Cobitratel</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1 venta cerrada; pendiente recibir nuevos leads.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8567588"/>
                  </a:ext>
                </a:extLst>
              </a:tr>
              <a:tr h="228751">
                <a:tc>
                  <a:txBody>
                    <a:bodyPr/>
                    <a:lstStyle/>
                    <a:p>
                      <a:r>
                        <a:rPr lang="es-ES" sz="1000" b="1" err="1"/>
                        <a:t>Paper</a:t>
                      </a:r>
                      <a:r>
                        <a:rPr lang="es-ES" sz="1000" b="1"/>
                        <a:t> </a:t>
                      </a:r>
                      <a:r>
                        <a:rPr lang="es-ES" sz="1000" b="1" err="1"/>
                        <a:t>Labs</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1 lead interesante compartido, en cartera Orange con riesgo de fuga.</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87738308"/>
                  </a:ext>
                </a:extLst>
              </a:tr>
              <a:tr h="221630">
                <a:tc>
                  <a:txBody>
                    <a:bodyPr/>
                    <a:lstStyle/>
                    <a:p>
                      <a:r>
                        <a:rPr lang="es-ES" sz="1000" b="1"/>
                        <a:t>Ox-</a:t>
                      </a:r>
                      <a:r>
                        <a:rPr lang="es-ES" sz="1000" b="1" err="1"/>
                        <a:t>One</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Pendiente cerrar visita a cliente y nuevo lead pequeño compartido.</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24842219"/>
                  </a:ext>
                </a:extLst>
              </a:tr>
              <a:tr h="228751">
                <a:tc>
                  <a:txBody>
                    <a:bodyPr/>
                    <a:lstStyle/>
                    <a:p>
                      <a:pPr marL="0" algn="l" defTabSz="914400" rtl="0" eaLnBrk="1" latinLnBrk="0" hangingPunct="1"/>
                      <a:r>
                        <a:rPr lang="es-ES" sz="1000" b="1" kern="1200" err="1">
                          <a:solidFill>
                            <a:schemeClr val="dk1"/>
                          </a:solidFill>
                          <a:latin typeface="+mn-lt"/>
                          <a:ea typeface="+mn-ea"/>
                          <a:cs typeface="+mn-cs"/>
                        </a:rPr>
                        <a:t>Duo</a:t>
                      </a:r>
                      <a:r>
                        <a:rPr lang="es-ES" sz="1000" b="1" kern="1200">
                          <a:solidFill>
                            <a:schemeClr val="dk1"/>
                          </a:solidFill>
                          <a:latin typeface="+mn-lt"/>
                          <a:ea typeface="+mn-ea"/>
                          <a:cs typeface="+mn-cs"/>
                        </a:rPr>
                        <a:t> IT</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Lead grande recibido y preparando oferta por VVDD.</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69110797"/>
                  </a:ext>
                </a:extLst>
              </a:tr>
              <a:tr h="228751">
                <a:tc>
                  <a:txBody>
                    <a:bodyPr/>
                    <a:lstStyle/>
                    <a:p>
                      <a:r>
                        <a:rPr lang="es-ES" sz="1000" b="1" err="1"/>
                        <a:t>Ocvistas</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s-ES" sz="900"/>
                        <a:t>Visita el 17.03 y en proceso firma de contrato y de envío de leads.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19077816"/>
                  </a:ext>
                </a:extLst>
              </a:tr>
              <a:tr h="228751">
                <a:tc>
                  <a:txBody>
                    <a:bodyPr/>
                    <a:lstStyle/>
                    <a:p>
                      <a:r>
                        <a:rPr lang="es-ES" sz="1000" b="1" err="1"/>
                        <a:t>Dataqu</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Pendiente sesión con lead antes de SS y preparando </a:t>
                      </a:r>
                      <a:r>
                        <a:rPr lang="es-ES" sz="900" err="1"/>
                        <a:t>webinar</a:t>
                      </a:r>
                      <a:r>
                        <a:rPr lang="es-ES" sz="900"/>
                        <a:t> para abril.</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1311341"/>
                  </a:ext>
                </a:extLst>
              </a:tr>
              <a:tr h="228751">
                <a:tc>
                  <a:txBody>
                    <a:bodyPr/>
                    <a:lstStyle/>
                    <a:p>
                      <a:pPr marL="0" algn="l" defTabSz="914400" rtl="0" eaLnBrk="1" latinLnBrk="0" hangingPunct="1"/>
                      <a:r>
                        <a:rPr lang="es-ES" sz="1000" b="1" kern="1200" err="1">
                          <a:solidFill>
                            <a:schemeClr val="dk1"/>
                          </a:solidFill>
                          <a:latin typeface="+mn-lt"/>
                          <a:ea typeface="+mn-ea"/>
                          <a:cs typeface="+mn-cs"/>
                        </a:rPr>
                        <a:t>Elpis</a:t>
                      </a:r>
                      <a:r>
                        <a:rPr lang="es-ES" sz="1000" b="1" kern="1200">
                          <a:solidFill>
                            <a:schemeClr val="dk1"/>
                          </a:solidFill>
                          <a:latin typeface="+mn-lt"/>
                          <a:ea typeface="+mn-ea"/>
                          <a:cs typeface="+mn-cs"/>
                        </a:rPr>
                        <a:t> Inform.</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Contrato firmado, pendiente recibir leads.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93642419"/>
                  </a:ext>
                </a:extLst>
              </a:tr>
              <a:tr h="221630">
                <a:tc>
                  <a:txBody>
                    <a:bodyPr/>
                    <a:lstStyle/>
                    <a:p>
                      <a:pPr marL="0" algn="l" defTabSz="914400" rtl="0" eaLnBrk="1" latinLnBrk="0" hangingPunct="1"/>
                      <a:r>
                        <a:rPr lang="es-ES" sz="1000" b="1" kern="1200">
                          <a:solidFill>
                            <a:schemeClr val="dk1"/>
                          </a:solidFill>
                          <a:latin typeface="+mn-lt"/>
                          <a:ea typeface="+mn-ea"/>
                          <a:cs typeface="+mn-cs"/>
                        </a:rPr>
                        <a:t>Sisytec</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Pendiente lead de asociación de discapacitados, respuesta antes de SS.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88673319"/>
                  </a:ext>
                </a:extLst>
              </a:tr>
              <a:tr h="221630">
                <a:tc>
                  <a:txBody>
                    <a:bodyPr/>
                    <a:lstStyle/>
                    <a:p>
                      <a:r>
                        <a:rPr lang="es-ES" sz="1000" b="1"/>
                        <a:t>Deiteco</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s-ES" sz="900"/>
                        <a:t>Campaña de servicios Orange a clientes Kit Digital </a:t>
                      </a:r>
                      <a:r>
                        <a:rPr lang="es-ES" sz="900" err="1"/>
                        <a:t>lanazada</a:t>
                      </a:r>
                      <a:r>
                        <a:rPr lang="es-ES" sz="900"/>
                        <a:t> esta semana.</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00B05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9624512"/>
                  </a:ext>
                </a:extLst>
              </a:tr>
              <a:tr h="221630">
                <a:tc>
                  <a:txBody>
                    <a:bodyPr/>
                    <a:lstStyle/>
                    <a:p>
                      <a:pPr marL="0" algn="l" defTabSz="914400" rtl="0" eaLnBrk="1" latinLnBrk="0" hangingPunct="1"/>
                      <a:r>
                        <a:rPr lang="es-ES" sz="1000" b="1" kern="1200">
                          <a:solidFill>
                            <a:schemeClr val="dk1"/>
                          </a:solidFill>
                          <a:latin typeface="+mn-lt"/>
                          <a:ea typeface="+mn-ea"/>
                          <a:cs typeface="+mn-cs"/>
                        </a:rPr>
                        <a:t>GNUO</a:t>
                      </a: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Muy interesado, proceso compartido y pendiente recepción de leads.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_tradnl"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14910397"/>
                  </a:ext>
                </a:extLst>
              </a:tr>
              <a:tr h="221630">
                <a:tc>
                  <a:txBody>
                    <a:bodyPr/>
                    <a:lstStyle/>
                    <a:p>
                      <a:r>
                        <a:rPr lang="es-ES" sz="1000" b="1" err="1"/>
                        <a:t>Audinfor</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Han identificado 4/5 leads potenciales, pendiente recepción.</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43484764"/>
                  </a:ext>
                </a:extLst>
              </a:tr>
              <a:tr h="221630">
                <a:tc>
                  <a:txBody>
                    <a:bodyPr/>
                    <a:lstStyle/>
                    <a:p>
                      <a:pPr marL="0" algn="l" defTabSz="914400" rtl="0" eaLnBrk="1" latinLnBrk="0" hangingPunct="1"/>
                      <a:r>
                        <a:rPr lang="es-ES" sz="1000" b="1" kern="1200" err="1">
                          <a:solidFill>
                            <a:schemeClr val="dk1"/>
                          </a:solidFill>
                          <a:latin typeface="+mn-lt"/>
                          <a:ea typeface="+mn-ea"/>
                          <a:cs typeface="+mn-cs"/>
                        </a:rPr>
                        <a:t>Mariskalnet</a:t>
                      </a:r>
                      <a:endParaRPr lang="es-ES" sz="1000" b="1" kern="1200">
                        <a:solidFill>
                          <a:schemeClr val="dk1"/>
                        </a:solidFill>
                        <a:latin typeface="+mn-lt"/>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Leads no recibidos y pendiente respuesta integrador.</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76428226"/>
                  </a:ext>
                </a:extLst>
              </a:tr>
              <a:tr h="221630">
                <a:tc>
                  <a:txBody>
                    <a:bodyPr/>
                    <a:lstStyle/>
                    <a:p>
                      <a:pPr marL="0" algn="l" defTabSz="914400" rtl="0" eaLnBrk="1" latinLnBrk="0" hangingPunct="1"/>
                      <a:r>
                        <a:rPr lang="es-ES" sz="1000" b="1" kern="1200" err="1">
                          <a:solidFill>
                            <a:schemeClr val="dk1"/>
                          </a:solidFill>
                          <a:latin typeface="+mn-lt"/>
                          <a:ea typeface="+mn-ea"/>
                          <a:cs typeface="+mn-cs"/>
                        </a:rPr>
                        <a:t>Amiritmo</a:t>
                      </a:r>
                      <a:endParaRPr lang="es-ES" sz="1000" b="1" kern="1200">
                        <a:solidFill>
                          <a:schemeClr val="dk1"/>
                        </a:solidFill>
                        <a:latin typeface="+mn-lt"/>
                        <a:ea typeface="+mn-ea"/>
                        <a:cs typeface="+mn-cs"/>
                      </a:endParaRPr>
                    </a:p>
                  </a:txBody>
                  <a:tcPr marL="45720" marR="45720"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En proceso firma de contrato, quiere analizarlo y empezar a colaborar.</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15491221"/>
                  </a:ext>
                </a:extLst>
              </a:tr>
              <a:tr h="221630">
                <a:tc>
                  <a:txBody>
                    <a:bodyPr/>
                    <a:lstStyle/>
                    <a:p>
                      <a:r>
                        <a:rPr lang="es-ES" sz="1000" b="1"/>
                        <a:t>Microsip</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Evaluando internamente compartirnos un lead grande (Becton Dickinson)</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63701564"/>
                  </a:ext>
                </a:extLst>
              </a:tr>
              <a:tr h="221630">
                <a:tc>
                  <a:txBody>
                    <a:bodyPr/>
                    <a:lstStyle/>
                    <a:p>
                      <a:r>
                        <a:rPr lang="es-ES" sz="1000" b="1" err="1"/>
                        <a:t>Durnia</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Está analizando el modelo de colaboración.</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19372795"/>
                  </a:ext>
                </a:extLst>
              </a:tr>
              <a:tr h="221630">
                <a:tc>
                  <a:txBody>
                    <a:bodyPr/>
                    <a:lstStyle/>
                    <a:p>
                      <a:r>
                        <a:rPr lang="es-ES" sz="1000" b="1" err="1"/>
                        <a:t>Binfor</a:t>
                      </a:r>
                      <a:r>
                        <a:rPr lang="es-ES" sz="1000" b="1"/>
                        <a:t> Sol.</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Muy interesado, pendiente contrato firmado.</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1174025"/>
                  </a:ext>
                </a:extLst>
              </a:tr>
              <a:tr h="221630">
                <a:tc>
                  <a:txBody>
                    <a:bodyPr/>
                    <a:lstStyle/>
                    <a:p>
                      <a:r>
                        <a:rPr lang="es-ES" sz="1000" b="1" err="1"/>
                        <a:t>Dosys</a:t>
                      </a:r>
                      <a:endParaRPr lang="es-ES" sz="1000" b="1"/>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a:t>Solicitó precios de productos y estamos a la espera de leads.</a:t>
                      </a: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rPr>
                        <a:t>●</a:t>
                      </a:r>
                      <a:endParaRPr kumimoji="0" lang="es-ES" sz="1100" b="0" i="0" u="none" strike="noStrike" kern="1200" cap="none" spc="0" normalizeH="0" baseline="0" noProof="0">
                        <a:ln>
                          <a:noFill/>
                        </a:ln>
                        <a:solidFill>
                          <a:srgbClr val="FFC000"/>
                        </a:solidFill>
                        <a:effectLst/>
                        <a:uLnTx/>
                        <a:uFillTx/>
                        <a:latin typeface="Segoe Fluent Icons" panose="050A0102010101010101" pitchFamily="18" charset="0"/>
                        <a:ea typeface="+mn-ea"/>
                        <a:cs typeface="+mn-cs"/>
                      </a:endParaRPr>
                    </a:p>
                  </a:txBody>
                  <a:tcPr marL="41564" marR="41564" marB="0">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8837652"/>
                  </a:ext>
                </a:extLst>
              </a:tr>
            </a:tbl>
          </a:graphicData>
        </a:graphic>
      </p:graphicFrame>
      <p:sp>
        <p:nvSpPr>
          <p:cNvPr id="5" name="Oval 16">
            <a:extLst>
              <a:ext uri="{FF2B5EF4-FFF2-40B4-BE49-F238E27FC236}">
                <a16:creationId xmlns:a16="http://schemas.microsoft.com/office/drawing/2014/main" id="{341DA18A-76AA-8053-A7B0-4F8CFEE38A34}"/>
              </a:ext>
            </a:extLst>
          </p:cNvPr>
          <p:cNvSpPr>
            <a:spLocks noChangeArrowheads="1"/>
          </p:cNvSpPr>
          <p:nvPr/>
        </p:nvSpPr>
        <p:spPr bwMode="auto">
          <a:xfrm>
            <a:off x="4753038" y="6532481"/>
            <a:ext cx="118872" cy="118872"/>
          </a:xfrm>
          <a:prstGeom prst="ellipse">
            <a:avLst/>
          </a:prstGeom>
          <a:solidFill>
            <a:srgbClr val="D9D9D9"/>
          </a:solidFill>
          <a:ln w="6350">
            <a:noFill/>
            <a:round/>
            <a:headEnd type="none" w="sm" len="sm"/>
            <a:tailEnd type="none" w="sm" len="sm"/>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sp>
        <p:nvSpPr>
          <p:cNvPr id="8" name="Rectangle 7">
            <a:extLst>
              <a:ext uri="{FF2B5EF4-FFF2-40B4-BE49-F238E27FC236}">
                <a16:creationId xmlns:a16="http://schemas.microsoft.com/office/drawing/2014/main" id="{225E7A13-B51D-B01C-2EBE-C34B52EC4868}"/>
              </a:ext>
            </a:extLst>
          </p:cNvPr>
          <p:cNvSpPr/>
          <p:nvPr/>
        </p:nvSpPr>
        <p:spPr>
          <a:xfrm>
            <a:off x="4879156" y="6508516"/>
            <a:ext cx="742182" cy="16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_tradnl" sz="700" noProof="0" err="1">
                <a:solidFill>
                  <a:schemeClr val="tx1"/>
                </a:solidFill>
              </a:rPr>
              <a:t>Hold</a:t>
            </a:r>
            <a:endParaRPr lang="es-ES_tradnl" sz="700" noProof="0">
              <a:solidFill>
                <a:schemeClr val="tx1"/>
              </a:solidFill>
            </a:endParaRPr>
          </a:p>
        </p:txBody>
      </p:sp>
      <p:sp>
        <p:nvSpPr>
          <p:cNvPr id="9" name="Oval 16">
            <a:extLst>
              <a:ext uri="{FF2B5EF4-FFF2-40B4-BE49-F238E27FC236}">
                <a16:creationId xmlns:a16="http://schemas.microsoft.com/office/drawing/2014/main" id="{8A2142BB-53C9-8BF8-B8D4-137685433928}"/>
              </a:ext>
            </a:extLst>
          </p:cNvPr>
          <p:cNvSpPr>
            <a:spLocks noChangeArrowheads="1"/>
          </p:cNvSpPr>
          <p:nvPr/>
        </p:nvSpPr>
        <p:spPr bwMode="auto">
          <a:xfrm>
            <a:off x="5342318" y="6532481"/>
            <a:ext cx="118872" cy="118872"/>
          </a:xfrm>
          <a:prstGeom prst="ellipse">
            <a:avLst/>
          </a:prstGeom>
          <a:solidFill>
            <a:srgbClr val="FF0000"/>
          </a:solidFill>
          <a:ln w="6350">
            <a:noFill/>
            <a:round/>
            <a:headEnd type="none" w="sm" len="sm"/>
            <a:tailEnd type="none" w="sm" len="sm"/>
          </a:ln>
          <a:effectLst/>
        </p:spPr>
        <p:txBody>
          <a:bodyPr wrap="none" lIns="72000" tIns="72000" rIns="72000" bIns="72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sp>
        <p:nvSpPr>
          <p:cNvPr id="10" name="Rectangle 9">
            <a:extLst>
              <a:ext uri="{FF2B5EF4-FFF2-40B4-BE49-F238E27FC236}">
                <a16:creationId xmlns:a16="http://schemas.microsoft.com/office/drawing/2014/main" id="{5F094D87-68B9-0C86-3B17-D5C182A07539}"/>
              </a:ext>
            </a:extLst>
          </p:cNvPr>
          <p:cNvSpPr/>
          <p:nvPr/>
        </p:nvSpPr>
        <p:spPr>
          <a:xfrm>
            <a:off x="5468436" y="6508516"/>
            <a:ext cx="2716340" cy="1681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_tradnl" sz="700" noProof="0">
                <a:solidFill>
                  <a:schemeClr val="tx1"/>
                </a:solidFill>
              </a:rPr>
              <a:t>Riesgo </a:t>
            </a:r>
            <a:r>
              <a:rPr lang="es-ES_tradnl" sz="700" noProof="0" err="1">
                <a:solidFill>
                  <a:schemeClr val="tx1"/>
                </a:solidFill>
              </a:rPr>
              <a:t>churn</a:t>
            </a:r>
            <a:r>
              <a:rPr lang="es-ES_tradnl" sz="700">
                <a:solidFill>
                  <a:schemeClr val="tx1"/>
                </a:solidFill>
              </a:rPr>
              <a:t>, </a:t>
            </a:r>
            <a:r>
              <a:rPr lang="es-ES_tradnl" sz="700" noProof="0">
                <a:solidFill>
                  <a:schemeClr val="tx1"/>
                </a:solidFill>
              </a:rPr>
              <a:t>baja participación</a:t>
            </a:r>
          </a:p>
        </p:txBody>
      </p:sp>
    </p:spTree>
    <p:extLst>
      <p:ext uri="{BB962C8B-B14F-4D97-AF65-F5344CB8AC3E}">
        <p14:creationId xmlns:p14="http://schemas.microsoft.com/office/powerpoint/2010/main" val="25969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64429-91C7-F96B-1C59-E496E84E8EA8}"/>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4B5F1EF0-4F48-87FF-A604-CF599F5E5E7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6" name="think-cell data - do not delete" hidden="1">
                        <a:extLst>
                          <a:ext uri="{FF2B5EF4-FFF2-40B4-BE49-F238E27FC236}">
                            <a16:creationId xmlns:a16="http://schemas.microsoft.com/office/drawing/2014/main" id="{4B5F1EF0-4F48-87FF-A604-CF599F5E5E7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5582502-3842-D478-240C-4233628EDB07}"/>
              </a:ext>
            </a:extLst>
          </p:cNvPr>
          <p:cNvSpPr>
            <a:spLocks noGrp="1"/>
          </p:cNvSpPr>
          <p:nvPr>
            <p:ph type="title"/>
          </p:nvPr>
        </p:nvSpPr>
        <p:spPr/>
        <p:txBody>
          <a:bodyPr vert="horz"/>
          <a:lstStyle/>
          <a:p>
            <a:r>
              <a:rPr lang="en-GB"/>
              <a:t>Funnel de </a:t>
            </a:r>
            <a:r>
              <a:rPr lang="en-GB" err="1"/>
              <a:t>venta</a:t>
            </a:r>
            <a:endParaRPr lang="en-GB"/>
          </a:p>
        </p:txBody>
      </p:sp>
      <p:sp>
        <p:nvSpPr>
          <p:cNvPr id="3" name="Subtitle 2">
            <a:extLst>
              <a:ext uri="{FF2B5EF4-FFF2-40B4-BE49-F238E27FC236}">
                <a16:creationId xmlns:a16="http://schemas.microsoft.com/office/drawing/2014/main" id="{3C77F758-5E85-025E-9124-039D0D2E72EB}"/>
              </a:ext>
            </a:extLst>
          </p:cNvPr>
          <p:cNvSpPr>
            <a:spLocks noGrp="1"/>
          </p:cNvSpPr>
          <p:nvPr>
            <p:ph type="subTitle" idx="13"/>
          </p:nvPr>
        </p:nvSpPr>
        <p:spPr/>
        <p:txBody>
          <a:bodyPr/>
          <a:lstStyle/>
          <a:p>
            <a:r>
              <a:rPr lang="en-GB"/>
              <a:t>50 </a:t>
            </a:r>
            <a:r>
              <a:rPr lang="en-GB" err="1"/>
              <a:t>oportunidades</a:t>
            </a:r>
            <a:r>
              <a:rPr lang="en-GB"/>
              <a:t> </a:t>
            </a:r>
            <a:r>
              <a:rPr lang="en-GB" err="1"/>
              <a:t>identificadas</a:t>
            </a:r>
            <a:endParaRPr lang="en-GB"/>
          </a:p>
        </p:txBody>
      </p:sp>
      <p:sp>
        <p:nvSpPr>
          <p:cNvPr id="6" name="Rectangle 5">
            <a:extLst>
              <a:ext uri="{FF2B5EF4-FFF2-40B4-BE49-F238E27FC236}">
                <a16:creationId xmlns:a16="http://schemas.microsoft.com/office/drawing/2014/main" id="{D42848E8-65A5-3EDC-30B8-80207CD89D19}"/>
              </a:ext>
            </a:extLst>
          </p:cNvPr>
          <p:cNvSpPr/>
          <p:nvPr/>
        </p:nvSpPr>
        <p:spPr>
          <a:xfrm>
            <a:off x="301623" y="2268838"/>
            <a:ext cx="1549400" cy="439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2000" b="1">
                <a:solidFill>
                  <a:schemeClr val="accent1"/>
                </a:solidFill>
                <a:latin typeface="Arial" panose="020B0604020202020204"/>
              </a:rPr>
              <a:t>52</a:t>
            </a:r>
            <a:endParaRPr kumimoji="0" lang="es-ES" sz="2000" b="1" i="0" u="none" strike="noStrike" kern="1200" cap="none" spc="0" normalizeH="0" baseline="0" noProof="0">
              <a:ln>
                <a:noFill/>
              </a:ln>
              <a:solidFill>
                <a:schemeClr val="accent1"/>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0150EC16-1F7A-F276-B036-9EF6B5521448}"/>
              </a:ext>
            </a:extLst>
          </p:cNvPr>
          <p:cNvSpPr/>
          <p:nvPr/>
        </p:nvSpPr>
        <p:spPr>
          <a:xfrm>
            <a:off x="1960561" y="2268838"/>
            <a:ext cx="1549400" cy="439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a:ln>
                  <a:noFill/>
                </a:ln>
                <a:solidFill>
                  <a:schemeClr val="accent1"/>
                </a:solidFill>
                <a:effectLst/>
                <a:uLnTx/>
                <a:uFillTx/>
                <a:latin typeface="Arial" panose="020B0604020202020204"/>
                <a:ea typeface="+mn-ea"/>
                <a:cs typeface="+mn-cs"/>
              </a:rPr>
              <a:t>14</a:t>
            </a:r>
          </a:p>
        </p:txBody>
      </p:sp>
      <p:sp>
        <p:nvSpPr>
          <p:cNvPr id="8" name="Rectangle 7">
            <a:extLst>
              <a:ext uri="{FF2B5EF4-FFF2-40B4-BE49-F238E27FC236}">
                <a16:creationId xmlns:a16="http://schemas.microsoft.com/office/drawing/2014/main" id="{AE7E5C27-BB04-F1B6-23FD-AAE77FEEAE08}"/>
              </a:ext>
            </a:extLst>
          </p:cNvPr>
          <p:cNvSpPr/>
          <p:nvPr/>
        </p:nvSpPr>
        <p:spPr>
          <a:xfrm>
            <a:off x="3619360" y="2268838"/>
            <a:ext cx="1549400" cy="439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2000" b="1">
                <a:solidFill>
                  <a:schemeClr val="accent1"/>
                </a:solidFill>
                <a:latin typeface="Arial" panose="020B0604020202020204"/>
              </a:rPr>
              <a:t>9</a:t>
            </a:r>
            <a:endParaRPr kumimoji="0" lang="es-ES" sz="2000" b="1" i="0" u="none" strike="noStrike" kern="1200" cap="none" spc="0" normalizeH="0" baseline="0" noProof="0">
              <a:ln>
                <a:noFill/>
              </a:ln>
              <a:solidFill>
                <a:schemeClr val="accent1"/>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5942CAF3-AF67-E954-2AB4-00B8884CAB96}"/>
              </a:ext>
            </a:extLst>
          </p:cNvPr>
          <p:cNvSpPr/>
          <p:nvPr/>
        </p:nvSpPr>
        <p:spPr>
          <a:xfrm>
            <a:off x="5278298" y="2268838"/>
            <a:ext cx="1549400" cy="439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2000" b="1">
                <a:solidFill>
                  <a:schemeClr val="accent1"/>
                </a:solidFill>
                <a:latin typeface="Arial" panose="020B0604020202020204"/>
              </a:rPr>
              <a:t>6</a:t>
            </a:r>
            <a:endParaRPr kumimoji="0" lang="es-ES" sz="2000" b="1" i="0" u="none" strike="noStrike" kern="1200" cap="none" spc="0" normalizeH="0" baseline="30000" noProof="0">
              <a:ln>
                <a:noFill/>
              </a:ln>
              <a:solidFill>
                <a:schemeClr val="accent1"/>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38CB742D-0516-1C80-5542-AA462C8A662E}"/>
              </a:ext>
            </a:extLst>
          </p:cNvPr>
          <p:cNvSpPr/>
          <p:nvPr/>
        </p:nvSpPr>
        <p:spPr>
          <a:xfrm>
            <a:off x="301623" y="1910315"/>
            <a:ext cx="15494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a:ln>
                  <a:noFill/>
                </a:ln>
                <a:solidFill>
                  <a:srgbClr val="000000"/>
                </a:solidFill>
                <a:effectLst/>
                <a:uLnTx/>
                <a:uFillTx/>
                <a:latin typeface="Arial" panose="020B0604020202020204"/>
                <a:ea typeface="+mn-ea"/>
                <a:cs typeface="+mn-cs"/>
              </a:rPr>
              <a:t>Oportunidades identificadas</a:t>
            </a:r>
          </a:p>
        </p:txBody>
      </p:sp>
      <p:sp>
        <p:nvSpPr>
          <p:cNvPr id="22" name="Rectangle 21">
            <a:extLst>
              <a:ext uri="{FF2B5EF4-FFF2-40B4-BE49-F238E27FC236}">
                <a16:creationId xmlns:a16="http://schemas.microsoft.com/office/drawing/2014/main" id="{5D1E0242-B546-C114-DA51-53FD8A1A42EA}"/>
              </a:ext>
            </a:extLst>
          </p:cNvPr>
          <p:cNvSpPr/>
          <p:nvPr/>
        </p:nvSpPr>
        <p:spPr>
          <a:xfrm>
            <a:off x="1960561" y="1910315"/>
            <a:ext cx="15494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a:ln>
                  <a:noFill/>
                </a:ln>
                <a:solidFill>
                  <a:srgbClr val="000000"/>
                </a:solidFill>
                <a:effectLst/>
                <a:uLnTx/>
                <a:uFillTx/>
                <a:latin typeface="Arial" panose="020B0604020202020204"/>
                <a:ea typeface="+mn-ea"/>
                <a:cs typeface="+mn-cs"/>
              </a:rPr>
              <a:t>Leads en curso</a:t>
            </a:r>
            <a:endParaRPr kumimoji="0" lang="es-ES" sz="1200" b="0"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6B9753F8-EA4A-C0E8-FB26-2BEC081ABA47}"/>
              </a:ext>
            </a:extLst>
          </p:cNvPr>
          <p:cNvSpPr/>
          <p:nvPr/>
        </p:nvSpPr>
        <p:spPr>
          <a:xfrm>
            <a:off x="3619498" y="1910315"/>
            <a:ext cx="15494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a:ln>
                  <a:noFill/>
                </a:ln>
                <a:solidFill>
                  <a:srgbClr val="000000"/>
                </a:solidFill>
                <a:effectLst/>
                <a:uLnTx/>
                <a:uFillTx/>
                <a:latin typeface="Arial" panose="020B0604020202020204"/>
                <a:ea typeface="+mn-ea"/>
                <a:cs typeface="+mn-cs"/>
              </a:rPr>
              <a:t>Ofertas en curso</a:t>
            </a:r>
            <a:endParaRPr kumimoji="0" lang="es-E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Rectangle 24">
            <a:extLst>
              <a:ext uri="{FF2B5EF4-FFF2-40B4-BE49-F238E27FC236}">
                <a16:creationId xmlns:a16="http://schemas.microsoft.com/office/drawing/2014/main" id="{98DCC511-0498-C15E-1278-515018BA6111}"/>
              </a:ext>
            </a:extLst>
          </p:cNvPr>
          <p:cNvSpPr/>
          <p:nvPr/>
        </p:nvSpPr>
        <p:spPr>
          <a:xfrm>
            <a:off x="5278436" y="1910315"/>
            <a:ext cx="15494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a:ln>
                  <a:noFill/>
                </a:ln>
                <a:solidFill>
                  <a:srgbClr val="000000"/>
                </a:solidFill>
                <a:effectLst/>
                <a:uLnTx/>
                <a:uFillTx/>
                <a:latin typeface="Arial" panose="020B0604020202020204"/>
                <a:ea typeface="+mn-ea"/>
                <a:cs typeface="+mn-cs"/>
              </a:rPr>
              <a:t>Ventas activadas</a:t>
            </a:r>
            <a:endParaRPr kumimoji="0" lang="es-ES" sz="900" b="0"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cxnSp>
        <p:nvCxnSpPr>
          <p:cNvPr id="35" name="Connector: Curved 34">
            <a:extLst>
              <a:ext uri="{FF2B5EF4-FFF2-40B4-BE49-F238E27FC236}">
                <a16:creationId xmlns:a16="http://schemas.microsoft.com/office/drawing/2014/main" id="{DEE0E1BE-BAAB-8584-B394-BEB6F1CBD6A5}"/>
              </a:ext>
            </a:extLst>
          </p:cNvPr>
          <p:cNvCxnSpPr>
            <a:cxnSpLocks/>
            <a:stCxn id="21" idx="0"/>
            <a:endCxn id="22" idx="0"/>
          </p:cNvCxnSpPr>
          <p:nvPr/>
        </p:nvCxnSpPr>
        <p:spPr>
          <a:xfrm rot="5400000" flipH="1" flipV="1">
            <a:off x="1905792" y="1080846"/>
            <a:ext cx="12700" cy="1658938"/>
          </a:xfrm>
          <a:prstGeom prst="curvedConnector3">
            <a:avLst>
              <a:gd name="adj1" fmla="val 1800000"/>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2793A7D8-F58A-76B4-DCC5-C9D3D9D7AFA8}"/>
              </a:ext>
            </a:extLst>
          </p:cNvPr>
          <p:cNvSpPr/>
          <p:nvPr/>
        </p:nvSpPr>
        <p:spPr>
          <a:xfrm>
            <a:off x="1676261" y="1564491"/>
            <a:ext cx="428625" cy="2254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1"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29%</a:t>
            </a:r>
          </a:p>
        </p:txBody>
      </p:sp>
      <p:cxnSp>
        <p:nvCxnSpPr>
          <p:cNvPr id="38" name="Connector: Curved 37">
            <a:extLst>
              <a:ext uri="{FF2B5EF4-FFF2-40B4-BE49-F238E27FC236}">
                <a16:creationId xmlns:a16="http://schemas.microsoft.com/office/drawing/2014/main" id="{670B816B-8FC7-2D9C-C8C3-AF536DFAEB0B}"/>
              </a:ext>
            </a:extLst>
          </p:cNvPr>
          <p:cNvCxnSpPr>
            <a:cxnSpLocks/>
            <a:stCxn id="22" idx="0"/>
            <a:endCxn id="24" idx="0"/>
          </p:cNvCxnSpPr>
          <p:nvPr/>
        </p:nvCxnSpPr>
        <p:spPr>
          <a:xfrm rot="5400000" flipH="1" flipV="1">
            <a:off x="3564729" y="1080847"/>
            <a:ext cx="12700" cy="1658937"/>
          </a:xfrm>
          <a:prstGeom prst="curvedConnector3">
            <a:avLst>
              <a:gd name="adj1" fmla="val 1800000"/>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3D204C20-F2AD-E4C5-FF44-7A1BB550F84E}"/>
              </a:ext>
            </a:extLst>
          </p:cNvPr>
          <p:cNvSpPr/>
          <p:nvPr/>
        </p:nvSpPr>
        <p:spPr>
          <a:xfrm>
            <a:off x="3356766" y="1564491"/>
            <a:ext cx="428625" cy="2254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1"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64%</a:t>
            </a:r>
          </a:p>
        </p:txBody>
      </p:sp>
      <p:cxnSp>
        <p:nvCxnSpPr>
          <p:cNvPr id="5" name="Connector: Curved 4">
            <a:extLst>
              <a:ext uri="{FF2B5EF4-FFF2-40B4-BE49-F238E27FC236}">
                <a16:creationId xmlns:a16="http://schemas.microsoft.com/office/drawing/2014/main" id="{E78A4A6F-143F-A165-1A18-76FB6B7433AF}"/>
              </a:ext>
            </a:extLst>
          </p:cNvPr>
          <p:cNvCxnSpPr>
            <a:cxnSpLocks/>
            <a:stCxn id="21" idx="0"/>
            <a:endCxn id="25" idx="0"/>
          </p:cNvCxnSpPr>
          <p:nvPr/>
        </p:nvCxnSpPr>
        <p:spPr>
          <a:xfrm rot="5400000" flipH="1" flipV="1">
            <a:off x="3564729" y="-578091"/>
            <a:ext cx="12700" cy="4976813"/>
          </a:xfrm>
          <a:prstGeom prst="curvedConnector3">
            <a:avLst>
              <a:gd name="adj1" fmla="val 3799984"/>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4A54C2E7-44E0-D655-2C46-F42A623E3517}"/>
              </a:ext>
            </a:extLst>
          </p:cNvPr>
          <p:cNvSpPr/>
          <p:nvPr/>
        </p:nvSpPr>
        <p:spPr>
          <a:xfrm>
            <a:off x="3295648" y="1373465"/>
            <a:ext cx="428625" cy="1272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1">
                <a:solidFill>
                  <a:srgbClr val="000000">
                    <a:lumMod val="50000"/>
                    <a:lumOff val="50000"/>
                  </a:srgbClr>
                </a:solidFill>
                <a:latin typeface="Arial" panose="020B0604020202020204"/>
              </a:rPr>
              <a:t>12</a:t>
            </a:r>
            <a:r>
              <a:rPr kumimoji="0" lang="es-ES" sz="900" b="1"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a:t>
            </a:r>
          </a:p>
        </p:txBody>
      </p:sp>
      <p:graphicFrame>
        <p:nvGraphicFramePr>
          <p:cNvPr id="36" name="Table 35">
            <a:extLst>
              <a:ext uri="{FF2B5EF4-FFF2-40B4-BE49-F238E27FC236}">
                <a16:creationId xmlns:a16="http://schemas.microsoft.com/office/drawing/2014/main" id="{29815002-0EF2-D331-A124-FF05B2F961E4}"/>
              </a:ext>
            </a:extLst>
          </p:cNvPr>
          <p:cNvGraphicFramePr>
            <a:graphicFrameLocks noGrp="1"/>
          </p:cNvGraphicFramePr>
          <p:nvPr>
            <p:extLst>
              <p:ext uri="{D42A27DB-BD31-4B8C-83A1-F6EECF244321}">
                <p14:modId xmlns:p14="http://schemas.microsoft.com/office/powerpoint/2010/main" val="3045943026"/>
              </p:ext>
            </p:extLst>
          </p:nvPr>
        </p:nvGraphicFramePr>
        <p:xfrm>
          <a:off x="380999" y="3223213"/>
          <a:ext cx="11507327" cy="3358963"/>
        </p:xfrm>
        <a:graphic>
          <a:graphicData uri="http://schemas.openxmlformats.org/drawingml/2006/table">
            <a:tbl>
              <a:tblPr firstRow="1" bandRow="1">
                <a:tableStyleId>{5C22544A-7EE6-4342-B048-85BDC9FD1C3A}</a:tableStyleId>
              </a:tblPr>
              <a:tblGrid>
                <a:gridCol w="969434">
                  <a:extLst>
                    <a:ext uri="{9D8B030D-6E8A-4147-A177-3AD203B41FA5}">
                      <a16:colId xmlns:a16="http://schemas.microsoft.com/office/drawing/2014/main" val="805424570"/>
                    </a:ext>
                  </a:extLst>
                </a:gridCol>
                <a:gridCol w="969434">
                  <a:extLst>
                    <a:ext uri="{9D8B030D-6E8A-4147-A177-3AD203B41FA5}">
                      <a16:colId xmlns:a16="http://schemas.microsoft.com/office/drawing/2014/main" val="4240591385"/>
                    </a:ext>
                  </a:extLst>
                </a:gridCol>
                <a:gridCol w="1005840">
                  <a:extLst>
                    <a:ext uri="{9D8B030D-6E8A-4147-A177-3AD203B41FA5}">
                      <a16:colId xmlns:a16="http://schemas.microsoft.com/office/drawing/2014/main" val="896732470"/>
                    </a:ext>
                  </a:extLst>
                </a:gridCol>
                <a:gridCol w="928510">
                  <a:extLst>
                    <a:ext uri="{9D8B030D-6E8A-4147-A177-3AD203B41FA5}">
                      <a16:colId xmlns:a16="http://schemas.microsoft.com/office/drawing/2014/main" val="2812086114"/>
                    </a:ext>
                  </a:extLst>
                </a:gridCol>
                <a:gridCol w="928510">
                  <a:extLst>
                    <a:ext uri="{9D8B030D-6E8A-4147-A177-3AD203B41FA5}">
                      <a16:colId xmlns:a16="http://schemas.microsoft.com/office/drawing/2014/main" val="3431030203"/>
                    </a:ext>
                  </a:extLst>
                </a:gridCol>
                <a:gridCol w="3596639">
                  <a:extLst>
                    <a:ext uri="{9D8B030D-6E8A-4147-A177-3AD203B41FA5}">
                      <a16:colId xmlns:a16="http://schemas.microsoft.com/office/drawing/2014/main" val="3959099842"/>
                    </a:ext>
                  </a:extLst>
                </a:gridCol>
                <a:gridCol w="3108960">
                  <a:extLst>
                    <a:ext uri="{9D8B030D-6E8A-4147-A177-3AD203B41FA5}">
                      <a16:colId xmlns:a16="http://schemas.microsoft.com/office/drawing/2014/main" val="742142262"/>
                    </a:ext>
                  </a:extLst>
                </a:gridCol>
              </a:tblGrid>
              <a:tr h="375241">
                <a:tc>
                  <a:txBody>
                    <a:bodyPr/>
                    <a:lstStyle/>
                    <a:p>
                      <a:r>
                        <a:rPr lang="es-ES" sz="1050">
                          <a:solidFill>
                            <a:schemeClr val="tx1"/>
                          </a:solidFill>
                        </a:rPr>
                        <a:t>Integrador</a:t>
                      </a:r>
                    </a:p>
                  </a:txBody>
                  <a:tcPr marL="45720" marR="45720"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s-ES" sz="1050">
                          <a:solidFill>
                            <a:schemeClr val="tx1"/>
                          </a:solidFill>
                        </a:rPr>
                        <a:t>Modelo de colaboracion</a:t>
                      </a:r>
                    </a:p>
                  </a:txBody>
                  <a:tcPr marL="45720" marR="4572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50">
                          <a:solidFill>
                            <a:schemeClr val="tx1"/>
                          </a:solidFill>
                        </a:rPr>
                        <a:t>Oportunid. Identificadas</a:t>
                      </a:r>
                    </a:p>
                  </a:txBody>
                  <a:tcPr marL="45720" marR="4572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50">
                          <a:solidFill>
                            <a:schemeClr val="tx1"/>
                          </a:solidFill>
                        </a:rPr>
                        <a:t>Ofertas en curso</a:t>
                      </a:r>
                    </a:p>
                  </a:txBody>
                  <a:tcPr marL="45720" marR="4572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050">
                          <a:solidFill>
                            <a:schemeClr val="tx1"/>
                          </a:solidFill>
                        </a:rPr>
                        <a:t>Ventas activadas</a:t>
                      </a:r>
                    </a:p>
                  </a:txBody>
                  <a:tcPr marL="45720" marR="4572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50">
                          <a:solidFill>
                            <a:schemeClr val="tx1"/>
                          </a:solidFill>
                        </a:rPr>
                        <a:t>Estado leads en curso</a:t>
                      </a:r>
                    </a:p>
                  </a:txBody>
                  <a:tcPr marL="45720" marR="45720" anchor="ctr">
                    <a:lnB w="12700" cap="flat" cmpd="sng" algn="ctr">
                      <a:solidFill>
                        <a:schemeClr val="tx1"/>
                      </a:solidFill>
                      <a:prstDash val="solid"/>
                      <a:round/>
                      <a:headEnd type="none" w="med" len="med"/>
                      <a:tailEnd type="none" w="med" len="med"/>
                    </a:lnB>
                    <a:solidFill>
                      <a:schemeClr val="bg1"/>
                    </a:solidFill>
                  </a:tcPr>
                </a:tc>
                <a:tc>
                  <a:txBody>
                    <a:bodyPr/>
                    <a:lstStyle/>
                    <a:p>
                      <a:r>
                        <a:rPr lang="es-ES" sz="1050">
                          <a:solidFill>
                            <a:schemeClr val="tx1"/>
                          </a:solidFill>
                        </a:rPr>
                        <a:t>Próximo paso</a:t>
                      </a:r>
                    </a:p>
                  </a:txBody>
                  <a:tcPr marL="45720" marR="45720" anchor="ct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3121352"/>
                  </a:ext>
                </a:extLst>
              </a:tr>
              <a:tr h="394696">
                <a:tc>
                  <a:txBody>
                    <a:bodyPr/>
                    <a:lstStyle/>
                    <a:p>
                      <a:r>
                        <a:rPr lang="es-ES" sz="1000" b="0"/>
                        <a:t>Maxen</a:t>
                      </a:r>
                    </a:p>
                  </a:txBody>
                  <a:tcPr marL="45720" marR="45720" marB="0" anchor="ct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s-ES" sz="1000"/>
                        <a:t>Partner e2e</a:t>
                      </a:r>
                    </a:p>
                  </a:txBody>
                  <a:tcPr marL="45720" marR="45720" marB="0" anchor="ct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19</a:t>
                      </a:r>
                    </a:p>
                  </a:txBody>
                  <a:tcPr marL="45720" marR="45720" marB="0" anchor="ct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6</a:t>
                      </a:r>
                    </a:p>
                  </a:txBody>
                  <a:tcPr marL="45720" marR="45720" marB="0" anchor="ct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1</a:t>
                      </a:r>
                    </a:p>
                  </a:txBody>
                  <a:tcPr marL="45720" marR="45720" marB="0" anchor="ct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2 ofertas en curso de formalización y 1 en preparación</a:t>
                      </a:r>
                    </a:p>
                    <a:p>
                      <a:pPr marL="171450" indent="-171450">
                        <a:buFont typeface="Arial" panose="020B0604020202020204" pitchFamily="34" charset="0"/>
                        <a:buChar char="•"/>
                      </a:pPr>
                      <a:r>
                        <a:rPr lang="es-ES" sz="1000"/>
                        <a:t>3 ofertas preparadas – visita 23.03 a clientes</a:t>
                      </a:r>
                    </a:p>
                  </a:txBody>
                  <a:tcPr marL="45720" marR="45720" marB="0" anchor="ct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Avanzar con ofertas y visitas comerciales (semana 23.03)</a:t>
                      </a:r>
                    </a:p>
                  </a:txBody>
                  <a:tcPr marL="45720" marR="45720" marB="0" anchor="ctr">
                    <a:lnT w="12700" cap="flat" cmpd="sng" algn="ctr">
                      <a:solidFill>
                        <a:schemeClr val="tx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2141284"/>
                  </a:ext>
                </a:extLst>
              </a:tr>
              <a:tr h="231998">
                <a:tc>
                  <a:txBody>
                    <a:bodyPr/>
                    <a:lstStyle/>
                    <a:p>
                      <a:r>
                        <a:rPr lang="es-ES" sz="1000" b="0"/>
                        <a:t>Cover Net</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s-ES" sz="1000"/>
                        <a:t>Partner e2e</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8</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1</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4*</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1 oferta ampliación en curso – PYME</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Activación de ampliaciones por clientes</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88323218"/>
                  </a:ext>
                </a:extLst>
              </a:tr>
              <a:tr h="319649">
                <a:tc>
                  <a:txBody>
                    <a:bodyPr/>
                    <a:lstStyle/>
                    <a:p>
                      <a:r>
                        <a:rPr lang="es-ES" sz="1000" b="0"/>
                        <a:t>Ox-one</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r>
                        <a:rPr lang="es-ES" sz="1000"/>
                        <a:t>LeadGen</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6</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b="0" i="0" kern="1200">
                          <a:solidFill>
                            <a:schemeClr val="tx1"/>
                          </a:solidFill>
                          <a:latin typeface="+mn-lt"/>
                          <a:ea typeface="+mn-ea"/>
                          <a:cs typeface="+mn-cs"/>
                        </a:rPr>
                        <a:t>1 visita a cliente pendiente </a:t>
                      </a:r>
                    </a:p>
                    <a:p>
                      <a:pPr marL="171450" indent="-171450">
                        <a:buFont typeface="Arial" panose="020B0604020202020204" pitchFamily="34" charset="0"/>
                        <a:buChar char="•"/>
                      </a:pPr>
                      <a:r>
                        <a:rPr lang="es-ES" sz="1000" b="0" i="0" kern="1200">
                          <a:solidFill>
                            <a:schemeClr val="tx1"/>
                          </a:solidFill>
                          <a:latin typeface="+mn-lt"/>
                          <a:ea typeface="+mn-ea"/>
                          <a:cs typeface="+mn-cs"/>
                        </a:rPr>
                        <a:t>1 nuevo lead pequeño</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b="0" i="0" kern="1200">
                          <a:solidFill>
                            <a:schemeClr val="tx1"/>
                          </a:solidFill>
                          <a:latin typeface="+mn-lt"/>
                          <a:ea typeface="+mn-ea"/>
                          <a:cs typeface="+mn-cs"/>
                        </a:rPr>
                        <a:t>Confirmar visita y avanzar con leads</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8567588"/>
                  </a:ext>
                </a:extLst>
              </a:tr>
              <a:tr h="239453">
                <a:tc>
                  <a:txBody>
                    <a:bodyPr/>
                    <a:lstStyle/>
                    <a:p>
                      <a:r>
                        <a:rPr lang="es-ES" sz="1000" b="0"/>
                        <a:t>Duo IT</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a:t>LeadGen</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3</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1</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b="0" i="0" kern="1200">
                          <a:solidFill>
                            <a:schemeClr val="tx1"/>
                          </a:solidFill>
                          <a:latin typeface="+mn-lt"/>
                          <a:ea typeface="+mn-ea"/>
                          <a:cs typeface="+mn-cs"/>
                        </a:rPr>
                        <a:t>1 oferta en curso</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Pendiente envío a integrador</a:t>
                      </a:r>
                      <a:endParaRPr lang="es-ES" sz="1000" i="0"/>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87738308"/>
                  </a:ext>
                </a:extLst>
              </a:tr>
              <a:tr h="253203">
                <a:tc>
                  <a:txBody>
                    <a:bodyPr/>
                    <a:lstStyle/>
                    <a:p>
                      <a:r>
                        <a:rPr lang="es-ES" sz="1000" b="0"/>
                        <a:t>Dataqu</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a:t>LeadGen (ant.)</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4</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2 leads priorizados – preparando webinar + sesión</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i="0"/>
                        <a:t>Pendiente trabajar formato final webinar</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24842219"/>
                  </a:ext>
                </a:extLst>
              </a:tr>
              <a:tr h="199101">
                <a:tc>
                  <a:txBody>
                    <a:bodyPr/>
                    <a:lstStyle/>
                    <a:p>
                      <a:r>
                        <a:rPr lang="es-ES" sz="1000" b="0"/>
                        <a:t>Cobitratel</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a:t>LeadGen</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3</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b="1">
                          <a:solidFill>
                            <a:srgbClr val="FF0000"/>
                          </a:solidFill>
                        </a:rPr>
                        <a:t>1</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1 lead KO por no respuesta cliente</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000" b="0" i="0" kern="1200">
                          <a:solidFill>
                            <a:schemeClr val="tx1"/>
                          </a:solidFill>
                          <a:latin typeface="+mn-lt"/>
                          <a:ea typeface="+mn-ea"/>
                          <a:cs typeface="+mn-cs"/>
                        </a:rPr>
                        <a:t>Pendiente integrador, envío de leads</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69110797"/>
                  </a:ext>
                </a:extLst>
              </a:tr>
              <a:tr h="319649">
                <a:tc>
                  <a:txBody>
                    <a:bodyPr/>
                    <a:lstStyle/>
                    <a:p>
                      <a:r>
                        <a:rPr lang="es-ES" sz="1000" b="0"/>
                        <a:t>Sictemas</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a:t>Leadgen</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3</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2 leads potenciales identificados</a:t>
                      </a:r>
                    </a:p>
                    <a:p>
                      <a:pPr marL="171450" indent="-171450">
                        <a:buFont typeface="Arial" panose="020B0604020202020204" pitchFamily="34" charset="0"/>
                        <a:buChar char="•"/>
                      </a:pPr>
                      <a:r>
                        <a:rPr lang="es-ES" sz="1000"/>
                        <a:t>1 lead pendiente – oferta propia</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i="0"/>
                        <a:t>Avanzar con 3 leads identificados</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1311341"/>
                  </a:ext>
                </a:extLst>
              </a:tr>
              <a:tr h="231998">
                <a:tc>
                  <a:txBody>
                    <a:bodyPr/>
                    <a:lstStyle/>
                    <a:p>
                      <a:r>
                        <a:rPr lang="es-ES" sz="1000" b="0"/>
                        <a:t>Sisytec</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a:t>Leadgen</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1</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1 lead en curso (pendiente integrador-cliente)</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i="0"/>
                        <a:t>Avanzar con ofertas</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12252719"/>
                  </a:ext>
                </a:extLst>
              </a:tr>
              <a:tr h="231998">
                <a:tc>
                  <a:txBody>
                    <a:bodyPr/>
                    <a:lstStyle/>
                    <a:p>
                      <a:r>
                        <a:rPr lang="es-ES" sz="1000" b="0"/>
                        <a:t>Mariskalnet</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a:t>Leadgen</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2</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2 leads potenciales identificados</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i="0"/>
                        <a:t>Avanzar con 2 leads identificados</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6440241"/>
                  </a:ext>
                </a:extLst>
              </a:tr>
              <a:tr h="231998">
                <a:tc>
                  <a:txBody>
                    <a:bodyPr/>
                    <a:lstStyle/>
                    <a:p>
                      <a:r>
                        <a:rPr lang="es-ES" sz="1000" b="0" err="1"/>
                        <a:t>Paperlabs</a:t>
                      </a:r>
                      <a:endParaRPr lang="es-ES" sz="1000" b="0"/>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a:t>Leadgen</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1</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1</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0</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1 oferta en curso</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s-ES" sz="1000"/>
                        <a:t>Pendiente envío a integrador</a:t>
                      </a:r>
                      <a:endParaRPr lang="es-ES" sz="1000" i="0"/>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76405535"/>
                  </a:ext>
                </a:extLst>
              </a:tr>
              <a:tr h="231998">
                <a:tc>
                  <a:txBody>
                    <a:bodyPr/>
                    <a:lstStyle/>
                    <a:p>
                      <a:r>
                        <a:rPr lang="es-ES" sz="1000" b="0" err="1"/>
                        <a:t>Lisot</a:t>
                      </a:r>
                      <a:endParaRPr lang="es-ES" sz="1000" b="0"/>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000" err="1"/>
                        <a:t>Leadgen</a:t>
                      </a:r>
                      <a:endParaRPr lang="es-ES" sz="1000"/>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r>
                        <a:rPr lang="es-ES" sz="1000"/>
                        <a:t>1</a:t>
                      </a:r>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endParaRPr lang="es-ES" sz="1000"/>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a:endParaRPr lang="es-ES" sz="1000"/>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endParaRPr lang="es-ES" sz="1000"/>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endParaRPr lang="es-ES" sz="1000" i="0"/>
                    </a:p>
                  </a:txBody>
                  <a:tcPr marL="45720" marR="4572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20204858"/>
                  </a:ext>
                </a:extLst>
              </a:tr>
            </a:tbl>
          </a:graphicData>
        </a:graphic>
      </p:graphicFrame>
      <p:sp>
        <p:nvSpPr>
          <p:cNvPr id="71" name="Rectangle 70">
            <a:extLst>
              <a:ext uri="{FF2B5EF4-FFF2-40B4-BE49-F238E27FC236}">
                <a16:creationId xmlns:a16="http://schemas.microsoft.com/office/drawing/2014/main" id="{57480924-6411-30CA-DE41-BA0FB11A23E9}"/>
              </a:ext>
            </a:extLst>
          </p:cNvPr>
          <p:cNvSpPr/>
          <p:nvPr/>
        </p:nvSpPr>
        <p:spPr>
          <a:xfrm>
            <a:off x="341173" y="2852662"/>
            <a:ext cx="11430000" cy="4405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1" i="0" u="none" strike="noStrike" kern="1200" cap="none" spc="0" normalizeH="0" baseline="0" noProof="0">
                <a:ln>
                  <a:noFill/>
                </a:ln>
                <a:solidFill>
                  <a:srgbClr val="000000"/>
                </a:solidFill>
                <a:effectLst/>
                <a:uLnTx/>
                <a:uFillTx/>
                <a:latin typeface="Arial" panose="020B0604020202020204"/>
                <a:ea typeface="+mn-ea"/>
                <a:cs typeface="+mn-cs"/>
              </a:rPr>
              <a:t>Estado de leads por integrador</a:t>
            </a:r>
          </a:p>
        </p:txBody>
      </p:sp>
      <p:cxnSp>
        <p:nvCxnSpPr>
          <p:cNvPr id="73" name="Straight Connector 72">
            <a:extLst>
              <a:ext uri="{FF2B5EF4-FFF2-40B4-BE49-F238E27FC236}">
                <a16:creationId xmlns:a16="http://schemas.microsoft.com/office/drawing/2014/main" id="{EAA19CB8-11FC-BA32-C3E2-6143BCE7C133}"/>
              </a:ext>
            </a:extLst>
          </p:cNvPr>
          <p:cNvCxnSpPr/>
          <p:nvPr/>
        </p:nvCxnSpPr>
        <p:spPr>
          <a:xfrm>
            <a:off x="381000" y="3198425"/>
            <a:ext cx="11390173" cy="0"/>
          </a:xfrm>
          <a:prstGeom prst="line">
            <a:avLst/>
          </a:prstGeom>
          <a:ln w="19050"/>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AC7F907-BFD3-40D2-9421-70E080B74B96}"/>
              </a:ext>
            </a:extLst>
          </p:cNvPr>
          <p:cNvSpPr txBox="1"/>
          <p:nvPr/>
        </p:nvSpPr>
        <p:spPr>
          <a:xfrm>
            <a:off x="290118" y="92697"/>
            <a:ext cx="4204879" cy="230832"/>
          </a:xfrm>
          <a:prstGeom prst="rect">
            <a:avLst/>
          </a:prstGeom>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s-ES" sz="1000" b="0" i="0" u="none" strike="noStrike" kern="1200" cap="all" spc="0" normalizeH="0" baseline="0" noProof="0">
                <a:ln>
                  <a:noFill/>
                </a:ln>
                <a:solidFill>
                  <a:schemeClr val="accent1"/>
                </a:solidFill>
                <a:effectLst/>
                <a:uLnTx/>
                <a:uFillTx/>
                <a:latin typeface="Arial" panose="020B0604020202020204"/>
                <a:ea typeface="+mn-ea"/>
                <a:cs typeface="+mn-cs"/>
              </a:rPr>
              <a:t>02. FUNNEL DE VENTAS</a:t>
            </a:r>
          </a:p>
        </p:txBody>
      </p:sp>
      <p:sp>
        <p:nvSpPr>
          <p:cNvPr id="23" name="Rectangle 22">
            <a:extLst>
              <a:ext uri="{FF2B5EF4-FFF2-40B4-BE49-F238E27FC236}">
                <a16:creationId xmlns:a16="http://schemas.microsoft.com/office/drawing/2014/main" id="{EA7FC049-EC2B-96E8-6F94-8C0B64879871}"/>
              </a:ext>
            </a:extLst>
          </p:cNvPr>
          <p:cNvSpPr/>
          <p:nvPr/>
        </p:nvSpPr>
        <p:spPr>
          <a:xfrm>
            <a:off x="6937097" y="1268514"/>
            <a:ext cx="4894185" cy="1472455"/>
          </a:xfrm>
          <a:prstGeom prst="rect">
            <a:avLst/>
          </a:prstGeom>
          <a:noFill/>
          <a:ln>
            <a:solidFill>
              <a:schemeClr val="bg1">
                <a:lumMod val="9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26" name="Table 25">
            <a:extLst>
              <a:ext uri="{FF2B5EF4-FFF2-40B4-BE49-F238E27FC236}">
                <a16:creationId xmlns:a16="http://schemas.microsoft.com/office/drawing/2014/main" id="{D5278450-8D7E-56DE-9B84-8F4F76384668}"/>
              </a:ext>
            </a:extLst>
          </p:cNvPr>
          <p:cNvGraphicFramePr>
            <a:graphicFrameLocks noGrp="1"/>
          </p:cNvGraphicFramePr>
          <p:nvPr>
            <p:extLst>
              <p:ext uri="{D42A27DB-BD31-4B8C-83A1-F6EECF244321}">
                <p14:modId xmlns:p14="http://schemas.microsoft.com/office/powerpoint/2010/main" val="3588396707"/>
              </p:ext>
            </p:extLst>
          </p:nvPr>
        </p:nvGraphicFramePr>
        <p:xfrm>
          <a:off x="7170822" y="1453663"/>
          <a:ext cx="4369872" cy="1113838"/>
        </p:xfrm>
        <a:graphic>
          <a:graphicData uri="http://schemas.openxmlformats.org/drawingml/2006/table">
            <a:tbl>
              <a:tblPr>
                <a:tableStyleId>{5C22544A-7EE6-4342-B048-85BDC9FD1C3A}</a:tableStyleId>
              </a:tblPr>
              <a:tblGrid>
                <a:gridCol w="1929397">
                  <a:extLst>
                    <a:ext uri="{9D8B030D-6E8A-4147-A177-3AD203B41FA5}">
                      <a16:colId xmlns:a16="http://schemas.microsoft.com/office/drawing/2014/main" val="614259321"/>
                    </a:ext>
                  </a:extLst>
                </a:gridCol>
                <a:gridCol w="722599">
                  <a:extLst>
                    <a:ext uri="{9D8B030D-6E8A-4147-A177-3AD203B41FA5}">
                      <a16:colId xmlns:a16="http://schemas.microsoft.com/office/drawing/2014/main" val="750046324"/>
                    </a:ext>
                  </a:extLst>
                </a:gridCol>
                <a:gridCol w="858938">
                  <a:extLst>
                    <a:ext uri="{9D8B030D-6E8A-4147-A177-3AD203B41FA5}">
                      <a16:colId xmlns:a16="http://schemas.microsoft.com/office/drawing/2014/main" val="3676953017"/>
                    </a:ext>
                  </a:extLst>
                </a:gridCol>
                <a:gridCol w="858938">
                  <a:extLst>
                    <a:ext uri="{9D8B030D-6E8A-4147-A177-3AD203B41FA5}">
                      <a16:colId xmlns:a16="http://schemas.microsoft.com/office/drawing/2014/main" val="3526105608"/>
                    </a:ext>
                  </a:extLst>
                </a:gridCol>
              </a:tblGrid>
              <a:tr h="276026">
                <a:tc>
                  <a:txBody>
                    <a:bodyPr/>
                    <a:lstStyle/>
                    <a:p>
                      <a:pPr algn="ctr" rtl="0" fontAlgn="b">
                        <a:buNone/>
                      </a:pPr>
                      <a:endParaRPr lang="es-ES" sz="1000" b="0" i="1" u="none" strike="noStrike" noProof="0">
                        <a:solidFill>
                          <a:srgbClr val="000000"/>
                        </a:solidFill>
                        <a:effectLst/>
                        <a:latin typeface="Arial" panose="020B0604020202020204" pitchFamily="34" charset="0"/>
                      </a:endParaRPr>
                    </a:p>
                  </a:txBody>
                  <a:tcPr marL="0" marR="0" marT="0" marB="0" anchor="ctr">
                    <a:lnL w="12700" cmpd="sng">
                      <a:noFill/>
                    </a:lnL>
                    <a:lnR w="12700" cmpd="sng">
                      <a:noFill/>
                    </a:lnR>
                    <a:lnT w="12700" cmpd="sng">
                      <a:noFill/>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buNone/>
                      </a:pPr>
                      <a:r>
                        <a:rPr lang="es-ES" sz="800" b="0" i="0" u="none" strike="noStrike" noProof="0">
                          <a:solidFill>
                            <a:srgbClr val="000000"/>
                          </a:solidFill>
                          <a:effectLst/>
                          <a:latin typeface="Arial" panose="020B0604020202020204" pitchFamily="34" charset="0"/>
                        </a:rPr>
                        <a:t>Ene-26</a:t>
                      </a:r>
                    </a:p>
                  </a:txBody>
                  <a:tcPr marL="0" marR="0" marT="0" marB="0" anchor="ctr">
                    <a:lnL w="12700" cmpd="sng">
                      <a:noFill/>
                    </a:lnL>
                    <a:lnR w="12700" cmpd="sng">
                      <a:noFill/>
                    </a:lnR>
                    <a:lnT w="12700" cmpd="sng">
                      <a:noFill/>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buNone/>
                      </a:pPr>
                      <a:r>
                        <a:rPr lang="es-ES" sz="800" b="0" u="none" strike="noStrike" noProof="0">
                          <a:effectLst/>
                        </a:rPr>
                        <a:t>Feb-26</a:t>
                      </a:r>
                      <a:endParaRPr lang="es-ES" sz="800" b="0" i="0" u="none" strike="noStrike" noProof="0">
                        <a:solidFill>
                          <a:srgbClr val="000000"/>
                        </a:solidFill>
                        <a:effectLst/>
                        <a:latin typeface="Arial" panose="020B0604020202020204" pitchFamily="34" charset="0"/>
                      </a:endParaRPr>
                    </a:p>
                  </a:txBody>
                  <a:tcPr marL="0" marR="0" marT="0" marB="0" anchor="ctr">
                    <a:lnL w="12700" cmpd="sng">
                      <a:noFill/>
                    </a:lnL>
                    <a:lnR w="12700" cmpd="sng">
                      <a:noFill/>
                    </a:lnR>
                    <a:lnT w="12700" cmpd="sng">
                      <a:noFill/>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b">
                        <a:buNone/>
                      </a:pPr>
                      <a:r>
                        <a:rPr lang="es-ES" sz="800" b="0" i="0" u="none" strike="noStrike" noProof="0">
                          <a:solidFill>
                            <a:srgbClr val="000000"/>
                          </a:solidFill>
                          <a:effectLst/>
                          <a:latin typeface="Arial" panose="020B0604020202020204" pitchFamily="34" charset="0"/>
                        </a:rPr>
                        <a:t>Mar-26</a:t>
                      </a:r>
                    </a:p>
                  </a:txBody>
                  <a:tcPr marL="0" marR="0" marT="0" marB="0" anchor="ctr">
                    <a:lnL w="12700" cmpd="sng">
                      <a:noFill/>
                    </a:lnL>
                    <a:lnR w="12700" cmpd="sng">
                      <a:noFill/>
                    </a:lnR>
                    <a:lnT w="12700" cmpd="sng">
                      <a:noFill/>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8211080"/>
                  </a:ext>
                </a:extLst>
              </a:tr>
              <a:tr h="266506">
                <a:tc>
                  <a:txBody>
                    <a:bodyPr/>
                    <a:lstStyle/>
                    <a:p>
                      <a:pPr algn="l" rtl="0" fontAlgn="b">
                        <a:buNone/>
                      </a:pPr>
                      <a:r>
                        <a:rPr lang="es-ES" sz="1000" b="0" u="none" strike="noStrike" noProof="0">
                          <a:effectLst/>
                        </a:rPr>
                        <a:t>Clientes </a:t>
                      </a:r>
                      <a:r>
                        <a:rPr lang="es-ES" sz="1000" b="0" u="none" strike="noStrike" noProof="0" err="1">
                          <a:effectLst/>
                        </a:rPr>
                        <a:t>EoP</a:t>
                      </a:r>
                      <a:r>
                        <a:rPr lang="es-ES" sz="1000" b="0" u="none" strike="noStrike" noProof="0">
                          <a:effectLst/>
                        </a:rPr>
                        <a:t> Objetivo</a:t>
                      </a:r>
                      <a:endParaRPr lang="es-ES" sz="1000" b="0" i="1" u="none" strike="noStrike" noProof="0">
                        <a:solidFill>
                          <a:srgbClr val="000000"/>
                        </a:solidFill>
                        <a:effectLst/>
                        <a:latin typeface="Arial" panose="020B0604020202020204" pitchFamily="34" charset="0"/>
                      </a:endParaRPr>
                    </a:p>
                  </a:txBody>
                  <a:tcPr marL="0" marR="0" marT="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95000"/>
                      </a:schemeClr>
                    </a:solidFill>
                  </a:tcPr>
                </a:tc>
                <a:tc>
                  <a:txBody>
                    <a:bodyPr/>
                    <a:lstStyle/>
                    <a:p>
                      <a:pPr algn="ctr" rtl="0" fontAlgn="b">
                        <a:buNone/>
                      </a:pPr>
                      <a:r>
                        <a:rPr lang="es-ES" sz="1000" b="0" u="none" strike="noStrike" noProof="0">
                          <a:effectLst/>
                        </a:rPr>
                        <a:t>5   </a:t>
                      </a:r>
                      <a:endParaRPr lang="es-ES" sz="1000" b="0" i="0" u="none" strike="noStrike" noProof="0">
                        <a:solidFill>
                          <a:srgbClr val="000000"/>
                        </a:solidFill>
                        <a:effectLst/>
                        <a:latin typeface="Arial" panose="020B0604020202020204" pitchFamily="34" charset="0"/>
                      </a:endParaRPr>
                    </a:p>
                  </a:txBody>
                  <a:tcPr marL="0" marR="0" marT="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95000"/>
                      </a:schemeClr>
                    </a:solidFill>
                  </a:tcPr>
                </a:tc>
                <a:tc>
                  <a:txBody>
                    <a:bodyPr/>
                    <a:lstStyle/>
                    <a:p>
                      <a:pPr algn="ctr" rtl="0" fontAlgn="b">
                        <a:buNone/>
                      </a:pPr>
                      <a:r>
                        <a:rPr lang="es-ES" sz="1000" b="0" u="none" strike="noStrike" noProof="0">
                          <a:effectLst/>
                        </a:rPr>
                        <a:t>15   </a:t>
                      </a:r>
                      <a:endParaRPr lang="es-ES" sz="1000" b="0" i="0" u="none" strike="noStrike" noProof="0">
                        <a:solidFill>
                          <a:srgbClr val="000000"/>
                        </a:solidFill>
                        <a:effectLst/>
                        <a:latin typeface="Arial" panose="020B0604020202020204" pitchFamily="34" charset="0"/>
                      </a:endParaRPr>
                    </a:p>
                  </a:txBody>
                  <a:tcPr marL="0" marR="0" marT="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95000"/>
                      </a:schemeClr>
                    </a:solidFill>
                  </a:tcPr>
                </a:tc>
                <a:tc>
                  <a:txBody>
                    <a:bodyPr/>
                    <a:lstStyle/>
                    <a:p>
                      <a:pPr algn="ctr" rtl="0" fontAlgn="b">
                        <a:buNone/>
                      </a:pPr>
                      <a:r>
                        <a:rPr lang="es-ES" sz="1000" b="0" i="0" u="none" strike="noStrike" noProof="0">
                          <a:solidFill>
                            <a:srgbClr val="000000"/>
                          </a:solidFill>
                          <a:effectLst/>
                          <a:latin typeface="Arial" panose="020B0604020202020204" pitchFamily="34" charset="0"/>
                        </a:rPr>
                        <a:t>39</a:t>
                      </a:r>
                    </a:p>
                  </a:txBody>
                  <a:tcPr marL="0" marR="0" marT="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40917041"/>
                  </a:ext>
                </a:extLst>
              </a:tr>
              <a:tr h="266506">
                <a:tc>
                  <a:txBody>
                    <a:bodyPr/>
                    <a:lstStyle/>
                    <a:p>
                      <a:pPr algn="l" rtl="0" fontAlgn="b">
                        <a:buNone/>
                      </a:pPr>
                      <a:r>
                        <a:rPr lang="es-ES" sz="1000" b="0" i="0" u="none" strike="noStrike" noProof="0">
                          <a:solidFill>
                            <a:schemeClr val="tx1"/>
                          </a:solidFill>
                          <a:effectLst/>
                          <a:latin typeface="Arial" panose="020B0604020202020204" pitchFamily="34" charset="0"/>
                        </a:rPr>
                        <a:t>Clientes EoP actuales</a:t>
                      </a:r>
                    </a:p>
                  </a:txBody>
                  <a:tcPr marL="0" marR="0" marT="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rtl="0" fontAlgn="b">
                        <a:buNone/>
                      </a:pPr>
                      <a:r>
                        <a:rPr lang="es-ES" sz="1000" b="0" i="0" u="none" strike="noStrike" noProof="0">
                          <a:solidFill>
                            <a:schemeClr val="tx1"/>
                          </a:solidFill>
                          <a:effectLst/>
                          <a:latin typeface="Arial" panose="020B0604020202020204" pitchFamily="34" charset="0"/>
                        </a:rPr>
                        <a:t>4</a:t>
                      </a:r>
                    </a:p>
                  </a:txBody>
                  <a:tcPr marL="0" marR="0" marT="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rtl="0" fontAlgn="b">
                        <a:buNone/>
                      </a:pPr>
                      <a:r>
                        <a:rPr lang="es-ES" sz="1000" b="0" i="0" u="none" strike="noStrike" noProof="0">
                          <a:solidFill>
                            <a:schemeClr val="tx1"/>
                          </a:solidFill>
                          <a:effectLst/>
                          <a:latin typeface="Arial" panose="020B0604020202020204" pitchFamily="34" charset="0"/>
                        </a:rPr>
                        <a:t>4</a:t>
                      </a:r>
                    </a:p>
                  </a:txBody>
                  <a:tcPr marL="0" marR="0" marT="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tc>
                  <a:txBody>
                    <a:bodyPr/>
                    <a:lstStyle/>
                    <a:p>
                      <a:pPr algn="ctr" rtl="0" fontAlgn="b">
                        <a:buNone/>
                      </a:pPr>
                      <a:r>
                        <a:rPr lang="es-ES" sz="1000" b="0" i="0" u="none" strike="noStrike" noProof="0">
                          <a:solidFill>
                            <a:schemeClr val="tx1"/>
                          </a:solidFill>
                          <a:effectLst/>
                          <a:latin typeface="Arial" panose="020B0604020202020204" pitchFamily="34" charset="0"/>
                        </a:rPr>
                        <a:t>6</a:t>
                      </a:r>
                    </a:p>
                  </a:txBody>
                  <a:tcPr marL="0" marR="0" marT="0" marB="0" anchor="ct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56896578"/>
                  </a:ext>
                </a:extLst>
              </a:tr>
              <a:tr h="266506">
                <a:tc>
                  <a:txBody>
                    <a:bodyPr/>
                    <a:lstStyle/>
                    <a:p>
                      <a:pPr algn="l" rtl="0" fontAlgn="b">
                        <a:buNone/>
                      </a:pPr>
                      <a:r>
                        <a:rPr lang="es-ES" sz="1000" b="0" i="1" u="none" strike="noStrike" noProof="0">
                          <a:solidFill>
                            <a:schemeClr val="tx1"/>
                          </a:solidFill>
                          <a:effectLst/>
                          <a:latin typeface="Arial" panose="020B0604020202020204" pitchFamily="34" charset="0"/>
                        </a:rPr>
                        <a:t>Clientes </a:t>
                      </a:r>
                      <a:r>
                        <a:rPr lang="es-ES" sz="1000" b="0" i="1" u="none" strike="noStrike" noProof="0" err="1">
                          <a:solidFill>
                            <a:schemeClr val="tx1"/>
                          </a:solidFill>
                          <a:effectLst/>
                          <a:latin typeface="Arial" panose="020B0604020202020204" pitchFamily="34" charset="0"/>
                        </a:rPr>
                        <a:t>EoP</a:t>
                      </a:r>
                      <a:r>
                        <a:rPr lang="es-ES" sz="1000" b="0" i="1" u="none" strike="noStrike" noProof="0">
                          <a:solidFill>
                            <a:schemeClr val="tx1"/>
                          </a:solidFill>
                          <a:effectLst/>
                          <a:latin typeface="Arial" panose="020B0604020202020204" pitchFamily="34" charset="0"/>
                        </a:rPr>
                        <a:t> esperados adicionales</a:t>
                      </a:r>
                    </a:p>
                  </a:txBody>
                  <a:tcPr marL="0" marR="0" marT="0" marB="0" anchor="ctr">
                    <a:lnT w="12700" cap="flat" cmpd="sng" algn="ctr">
                      <a:solidFill>
                        <a:schemeClr val="bg1">
                          <a:lumMod val="95000"/>
                        </a:schemeClr>
                      </a:solidFill>
                      <a:prstDash val="solid"/>
                      <a:round/>
                      <a:headEnd type="none" w="med" len="med"/>
                      <a:tailEnd type="none" w="med" len="med"/>
                    </a:lnT>
                    <a:solidFill>
                      <a:schemeClr val="bg1"/>
                    </a:solidFill>
                  </a:tcPr>
                </a:tc>
                <a:tc>
                  <a:txBody>
                    <a:bodyPr/>
                    <a:lstStyle/>
                    <a:p>
                      <a:pPr algn="ctr" rtl="0" fontAlgn="b">
                        <a:buNone/>
                      </a:pPr>
                      <a:r>
                        <a:rPr lang="es-ES" sz="1000" b="0" i="1" u="none" strike="noStrike" noProof="0">
                          <a:solidFill>
                            <a:schemeClr val="tx1"/>
                          </a:solidFill>
                          <a:effectLst/>
                          <a:latin typeface="Arial" panose="020B0604020202020204" pitchFamily="34" charset="0"/>
                        </a:rPr>
                        <a:t>-</a:t>
                      </a:r>
                    </a:p>
                  </a:txBody>
                  <a:tcPr marL="0" marR="0" marT="0" marB="0" anchor="ctr">
                    <a:lnT w="12700" cap="flat" cmpd="sng" algn="ctr">
                      <a:solidFill>
                        <a:schemeClr val="bg1">
                          <a:lumMod val="95000"/>
                        </a:schemeClr>
                      </a:solidFill>
                      <a:prstDash val="solid"/>
                      <a:round/>
                      <a:headEnd type="none" w="med" len="med"/>
                      <a:tailEnd type="none" w="med" len="med"/>
                    </a:lnT>
                    <a:solidFill>
                      <a:schemeClr val="bg1"/>
                    </a:solidFill>
                  </a:tcPr>
                </a:tc>
                <a:tc>
                  <a:txBody>
                    <a:bodyPr/>
                    <a:lstStyle/>
                    <a:p>
                      <a:pPr algn="ctr" rtl="0" fontAlgn="b">
                        <a:buNone/>
                      </a:pPr>
                      <a:r>
                        <a:rPr lang="es-ES" sz="1000" b="0" i="1" u="none" strike="noStrike" noProof="0">
                          <a:solidFill>
                            <a:schemeClr val="tx1"/>
                          </a:solidFill>
                          <a:effectLst/>
                          <a:latin typeface="Arial" panose="020B0604020202020204" pitchFamily="34" charset="0"/>
                        </a:rPr>
                        <a:t>-</a:t>
                      </a:r>
                    </a:p>
                  </a:txBody>
                  <a:tcPr marL="0" marR="0" marT="0" marB="0" anchor="ctr">
                    <a:lnT w="12700" cap="flat" cmpd="sng" algn="ctr">
                      <a:solidFill>
                        <a:schemeClr val="bg1">
                          <a:lumMod val="95000"/>
                        </a:schemeClr>
                      </a:solidFill>
                      <a:prstDash val="solid"/>
                      <a:round/>
                      <a:headEnd type="none" w="med" len="med"/>
                      <a:tailEnd type="none" w="med" len="med"/>
                    </a:lnT>
                    <a:solidFill>
                      <a:schemeClr val="bg1"/>
                    </a:solidFill>
                  </a:tcPr>
                </a:tc>
                <a:tc>
                  <a:txBody>
                    <a:bodyPr/>
                    <a:lstStyle/>
                    <a:p>
                      <a:pPr algn="ctr" rtl="0" fontAlgn="b">
                        <a:buNone/>
                      </a:pPr>
                      <a:r>
                        <a:rPr lang="es-ES" sz="1000" b="0" i="1" u="none" strike="noStrike" noProof="0">
                          <a:solidFill>
                            <a:schemeClr val="tx1"/>
                          </a:solidFill>
                          <a:effectLst/>
                          <a:latin typeface="Arial" panose="020B0604020202020204" pitchFamily="34" charset="0"/>
                        </a:rPr>
                        <a:t>+10</a:t>
                      </a:r>
                    </a:p>
                  </a:txBody>
                  <a:tcPr marL="0" marR="0" marT="0" marB="0" anchor="ctr">
                    <a:lnT w="12700" cap="flat" cmpd="sng" algn="ctr">
                      <a:solidFill>
                        <a:schemeClr val="bg1">
                          <a:lumMod val="95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941207090"/>
                  </a:ext>
                </a:extLst>
              </a:tr>
            </a:tbl>
          </a:graphicData>
        </a:graphic>
      </p:graphicFrame>
      <p:sp>
        <p:nvSpPr>
          <p:cNvPr id="31" name="Rectangle 30">
            <a:extLst>
              <a:ext uri="{FF2B5EF4-FFF2-40B4-BE49-F238E27FC236}">
                <a16:creationId xmlns:a16="http://schemas.microsoft.com/office/drawing/2014/main" id="{AA1134D4-3594-8990-0EC0-F0C8C2C437ED}"/>
              </a:ext>
            </a:extLst>
          </p:cNvPr>
          <p:cNvSpPr/>
          <p:nvPr/>
        </p:nvSpPr>
        <p:spPr>
          <a:xfrm>
            <a:off x="380999" y="1268514"/>
            <a:ext cx="6446699" cy="1472455"/>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Speech Bubble: Rectangle 10">
            <a:extLst>
              <a:ext uri="{FF2B5EF4-FFF2-40B4-BE49-F238E27FC236}">
                <a16:creationId xmlns:a16="http://schemas.microsoft.com/office/drawing/2014/main" id="{11E1DBFC-6884-F27D-64A9-D898AC5CB793}"/>
              </a:ext>
            </a:extLst>
          </p:cNvPr>
          <p:cNvSpPr/>
          <p:nvPr/>
        </p:nvSpPr>
        <p:spPr>
          <a:xfrm>
            <a:off x="3836194" y="5405753"/>
            <a:ext cx="1390876" cy="440570"/>
          </a:xfrm>
          <a:prstGeom prst="wedgeRectCallout">
            <a:avLst>
              <a:gd name="adj1" fmla="val 12933"/>
              <a:gd name="adj2" fmla="val -68179"/>
            </a:avLst>
          </a:prstGeom>
          <a:solidFill>
            <a:schemeClr val="bg1"/>
          </a:solidFill>
          <a:ln w="12700">
            <a:solidFill>
              <a:srgbClr val="FF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800">
                <a:solidFill>
                  <a:srgbClr val="FF0066"/>
                </a:solidFill>
              </a:rPr>
              <a:t>Contrato firmado </a:t>
            </a:r>
            <a:r>
              <a:rPr lang="es-ES" sz="900" b="1">
                <a:solidFill>
                  <a:srgbClr val="FF0066"/>
                </a:solidFill>
              </a:rPr>
              <a:t>sin validación de +O </a:t>
            </a:r>
            <a:r>
              <a:rPr lang="es-ES" sz="800" b="1">
                <a:solidFill>
                  <a:srgbClr val="FF0066"/>
                </a:solidFill>
              </a:rPr>
              <a:t>para el </a:t>
            </a:r>
            <a:r>
              <a:rPr lang="es-ES" sz="800">
                <a:solidFill>
                  <a:srgbClr val="FF0066"/>
                </a:solidFill>
              </a:rPr>
              <a:t>pago de comisión</a:t>
            </a:r>
          </a:p>
        </p:txBody>
      </p:sp>
      <p:sp>
        <p:nvSpPr>
          <p:cNvPr id="12" name="Rectangle 11">
            <a:extLst>
              <a:ext uri="{FF2B5EF4-FFF2-40B4-BE49-F238E27FC236}">
                <a16:creationId xmlns:a16="http://schemas.microsoft.com/office/drawing/2014/main" id="{52AAD152-0222-B6C4-20E0-E01BE6649BE4}"/>
              </a:ext>
            </a:extLst>
          </p:cNvPr>
          <p:cNvSpPr/>
          <p:nvPr/>
        </p:nvSpPr>
        <p:spPr>
          <a:xfrm>
            <a:off x="381000" y="6578714"/>
            <a:ext cx="8104766" cy="20626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i="0" u="none" strike="noStrike" kern="1200" cap="none" spc="0" normalizeH="0" baseline="0" noProof="0">
                <a:ln>
                  <a:noFill/>
                </a:ln>
                <a:solidFill>
                  <a:srgbClr val="000000"/>
                </a:solidFill>
                <a:effectLst/>
                <a:uLnTx/>
                <a:uFillTx/>
                <a:latin typeface="Arial" panose="020B0604020202020204"/>
                <a:ea typeface="+mn-ea"/>
                <a:cs typeface="+mn-cs"/>
              </a:rPr>
              <a:t>Nota (*): 1 en curso de activación por ampliación</a:t>
            </a:r>
          </a:p>
        </p:txBody>
      </p:sp>
    </p:spTree>
    <p:extLst>
      <p:ext uri="{BB962C8B-B14F-4D97-AF65-F5344CB8AC3E}">
        <p14:creationId xmlns:p14="http://schemas.microsoft.com/office/powerpoint/2010/main" val="3160294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20791-E510-4206-C856-B0BFC6AF022C}"/>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04FB1368-F6F5-3ED1-90DA-CEA793B0DA6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04FB1368-F6F5-3ED1-90DA-CEA793B0DA6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22E68F7-E52D-4250-3B7D-8CC5DF3BD9FE}"/>
              </a:ext>
            </a:extLst>
          </p:cNvPr>
          <p:cNvSpPr>
            <a:spLocks noGrp="1"/>
          </p:cNvSpPr>
          <p:nvPr>
            <p:ph type="title"/>
          </p:nvPr>
        </p:nvSpPr>
        <p:spPr/>
        <p:txBody>
          <a:bodyPr vert="horz"/>
          <a:lstStyle/>
          <a:p>
            <a:r>
              <a:rPr lang="es-ES"/>
              <a:t>Otras tareas en curso – mantener </a:t>
            </a:r>
            <a:r>
              <a:rPr lang="es-ES" err="1">
                <a:solidFill>
                  <a:schemeClr val="accent1"/>
                </a:solidFill>
              </a:rPr>
              <a:t>momentum</a:t>
            </a:r>
            <a:endParaRPr lang="es-ES">
              <a:solidFill>
                <a:schemeClr val="accent1"/>
              </a:solidFill>
            </a:endParaRPr>
          </a:p>
        </p:txBody>
      </p:sp>
      <p:sp>
        <p:nvSpPr>
          <p:cNvPr id="15" name="Rectangle 2">
            <a:extLst>
              <a:ext uri="{FF2B5EF4-FFF2-40B4-BE49-F238E27FC236}">
                <a16:creationId xmlns:a16="http://schemas.microsoft.com/office/drawing/2014/main" id="{B6794CFD-C6A7-EA2A-FCF3-C438C20B9CBD}"/>
              </a:ext>
            </a:extLst>
          </p:cNvPr>
          <p:cNvSpPr>
            <a:spLocks noChangeArrowheads="1"/>
          </p:cNvSpPr>
          <p:nvPr/>
        </p:nvSpPr>
        <p:spPr bwMode="auto">
          <a:xfrm>
            <a:off x="152400" y="250195"/>
            <a:ext cx="223138"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ES" altLang="en-US" sz="1100" b="0" i="0" u="none" strike="noStrike" kern="1200" cap="none" spc="0" normalizeH="0" baseline="0" noProof="0">
                <a:ln>
                  <a:noFill/>
                </a:ln>
                <a:solidFill>
                  <a:srgbClr val="000000"/>
                </a:solidFill>
                <a:effectLst/>
                <a:uLnTx/>
                <a:uFillTx/>
                <a:latin typeface="Arial" panose="020B0604020202020204" pitchFamily="34" charset="0"/>
                <a:ea typeface="Aptos" panose="020B0004020202020204" pitchFamily="34" charset="0"/>
                <a:cs typeface="Aptos" panose="020B0004020202020204" pitchFamily="34" charset="0"/>
              </a:rPr>
              <a:t> </a:t>
            </a:r>
            <a:endParaRPr kumimoji="0" lang="es-E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 name="TextBox 2">
            <a:extLst>
              <a:ext uri="{FF2B5EF4-FFF2-40B4-BE49-F238E27FC236}">
                <a16:creationId xmlns:a16="http://schemas.microsoft.com/office/drawing/2014/main" id="{C3A9F916-48D5-31D0-008F-9B9234A3C345}"/>
              </a:ext>
            </a:extLst>
          </p:cNvPr>
          <p:cNvSpPr txBox="1"/>
          <p:nvPr/>
        </p:nvSpPr>
        <p:spPr>
          <a:xfrm>
            <a:off x="290118" y="92697"/>
            <a:ext cx="4204879" cy="230832"/>
          </a:xfrm>
          <a:prstGeom prst="rect">
            <a:avLst/>
          </a:prstGeom>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s-ES" sz="1000" b="0" i="0" u="none" strike="noStrike" kern="1200" cap="all" spc="0" normalizeH="0" baseline="0" noProof="0">
                <a:ln>
                  <a:noFill/>
                </a:ln>
                <a:solidFill>
                  <a:srgbClr val="FF7800"/>
                </a:solidFill>
                <a:effectLst/>
                <a:uLnTx/>
                <a:uFillTx/>
                <a:latin typeface="Arial" panose="020B0604020202020204"/>
                <a:ea typeface="+mn-ea"/>
                <a:cs typeface="+mn-cs"/>
              </a:rPr>
              <a:t>04. Otras tareas en curso </a:t>
            </a:r>
          </a:p>
        </p:txBody>
      </p:sp>
      <p:graphicFrame>
        <p:nvGraphicFramePr>
          <p:cNvPr id="24" name="Content Placeholder 11">
            <a:extLst>
              <a:ext uri="{FF2B5EF4-FFF2-40B4-BE49-F238E27FC236}">
                <a16:creationId xmlns:a16="http://schemas.microsoft.com/office/drawing/2014/main" id="{B9E675B9-3BFD-0A69-B48B-13E4E3FDF455}"/>
              </a:ext>
            </a:extLst>
          </p:cNvPr>
          <p:cNvGraphicFramePr>
            <a:graphicFrameLocks/>
          </p:cNvGraphicFramePr>
          <p:nvPr>
            <p:extLst>
              <p:ext uri="{D42A27DB-BD31-4B8C-83A1-F6EECF244321}">
                <p14:modId xmlns:p14="http://schemas.microsoft.com/office/powerpoint/2010/main" val="3171114529"/>
              </p:ext>
            </p:extLst>
          </p:nvPr>
        </p:nvGraphicFramePr>
        <p:xfrm>
          <a:off x="380999" y="1208253"/>
          <a:ext cx="11429998" cy="4826328"/>
        </p:xfrm>
        <a:graphic>
          <a:graphicData uri="http://schemas.openxmlformats.org/drawingml/2006/table">
            <a:tbl>
              <a:tblPr>
                <a:tableStyleId>{5C22544A-7EE6-4342-B048-85BDC9FD1C3A}</a:tableStyleId>
              </a:tblPr>
              <a:tblGrid>
                <a:gridCol w="5854390">
                  <a:extLst>
                    <a:ext uri="{9D8B030D-6E8A-4147-A177-3AD203B41FA5}">
                      <a16:colId xmlns:a16="http://schemas.microsoft.com/office/drawing/2014/main" val="3514155703"/>
                    </a:ext>
                  </a:extLst>
                </a:gridCol>
                <a:gridCol w="1858536">
                  <a:extLst>
                    <a:ext uri="{9D8B030D-6E8A-4147-A177-3AD203B41FA5}">
                      <a16:colId xmlns:a16="http://schemas.microsoft.com/office/drawing/2014/main" val="3547731315"/>
                    </a:ext>
                  </a:extLst>
                </a:gridCol>
                <a:gridCol w="1858536">
                  <a:extLst>
                    <a:ext uri="{9D8B030D-6E8A-4147-A177-3AD203B41FA5}">
                      <a16:colId xmlns:a16="http://schemas.microsoft.com/office/drawing/2014/main" val="2005606595"/>
                    </a:ext>
                  </a:extLst>
                </a:gridCol>
                <a:gridCol w="1858536">
                  <a:extLst>
                    <a:ext uri="{9D8B030D-6E8A-4147-A177-3AD203B41FA5}">
                      <a16:colId xmlns:a16="http://schemas.microsoft.com/office/drawing/2014/main" val="2104173515"/>
                    </a:ext>
                  </a:extLst>
                </a:gridCol>
              </a:tblGrid>
              <a:tr h="297912">
                <a:tc>
                  <a:txBody>
                    <a:bodyPr/>
                    <a:lstStyle/>
                    <a:p>
                      <a:pPr algn="ctr"/>
                      <a:r>
                        <a:rPr lang="es-ES" sz="1000" b="1" noProof="0">
                          <a:solidFill>
                            <a:schemeClr val="bg1"/>
                          </a:solidFill>
                        </a:rPr>
                        <a:t>Tareas pendientes</a:t>
                      </a:r>
                    </a:p>
                  </a:txBody>
                  <a:tcPr marL="5687" marR="5687" marT="4700" marB="0" anchor="ctr">
                    <a:solidFill>
                      <a:schemeClr val="accent1"/>
                    </a:solidFill>
                  </a:tcPr>
                </a:tc>
                <a:tc>
                  <a:txBody>
                    <a:bodyPr/>
                    <a:lstStyle/>
                    <a:p>
                      <a:pPr algn="ctr"/>
                      <a:r>
                        <a:rPr lang="es-ES" sz="1000" b="1" noProof="0">
                          <a:solidFill>
                            <a:schemeClr val="bg1"/>
                          </a:solidFill>
                        </a:rPr>
                        <a:t>Equipo involucrado</a:t>
                      </a:r>
                    </a:p>
                  </a:txBody>
                  <a:tcPr marL="5687" marR="5687" marT="4700" marB="0" anchor="ctr">
                    <a:lnR w="28575" cap="flat" cmpd="sng" algn="ctr">
                      <a:solidFill>
                        <a:schemeClr val="bg1"/>
                      </a:solidFill>
                      <a:prstDash val="solid"/>
                      <a:round/>
                      <a:headEnd type="none" w="med" len="med"/>
                      <a:tailEnd type="none" w="med" len="med"/>
                    </a:lnR>
                    <a:solidFill>
                      <a:schemeClr val="accent1"/>
                    </a:solidFill>
                  </a:tcPr>
                </a:tc>
                <a:tc>
                  <a:txBody>
                    <a:bodyPr/>
                    <a:lstStyle/>
                    <a:p>
                      <a:pPr algn="ctr"/>
                      <a:r>
                        <a:rPr lang="es-ES" sz="1000" b="1" noProof="0">
                          <a:solidFill>
                            <a:schemeClr val="bg1"/>
                          </a:solidFill>
                        </a:rPr>
                        <a:t>Estado de la tarea</a:t>
                      </a:r>
                    </a:p>
                  </a:txBody>
                  <a:tcPr marL="5687" marR="5687" marT="470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solidFill>
                      <a:schemeClr val="accent1"/>
                    </a:solidFill>
                  </a:tcPr>
                </a:tc>
                <a:tc>
                  <a:txBody>
                    <a:bodyPr/>
                    <a:lstStyle/>
                    <a:p>
                      <a:pPr algn="ctr"/>
                      <a:r>
                        <a:rPr lang="es-ES" sz="1000" b="1" noProof="0">
                          <a:solidFill>
                            <a:schemeClr val="bg1"/>
                          </a:solidFill>
                        </a:rPr>
                        <a:t>Fecha tentativa</a:t>
                      </a:r>
                    </a:p>
                  </a:txBody>
                  <a:tcPr marL="5687" marR="5687" marT="470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solidFill>
                      <a:schemeClr val="accent1"/>
                    </a:solidFill>
                  </a:tcPr>
                </a:tc>
                <a:extLst>
                  <a:ext uri="{0D108BD9-81ED-4DB2-BD59-A6C34878D82A}">
                    <a16:rowId xmlns:a16="http://schemas.microsoft.com/office/drawing/2014/main" val="4244674561"/>
                  </a:ext>
                </a:extLst>
              </a:tr>
              <a:tr h="566052">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s-ES" sz="1000" b="1" kern="1200">
                          <a:solidFill>
                            <a:srgbClr val="FF0000"/>
                          </a:solidFill>
                          <a:effectLst/>
                          <a:latin typeface="+mn-lt"/>
                          <a:ea typeface="+mn-ea"/>
                          <a:cs typeface="+mn-cs"/>
                        </a:rPr>
                        <a:t>Contrato integradores </a:t>
                      </a:r>
                      <a:r>
                        <a:rPr lang="es-ES" sz="1000" b="0" kern="1200">
                          <a:solidFill>
                            <a:srgbClr val="FF0000"/>
                          </a:solidFill>
                          <a:effectLst/>
                          <a:latin typeface="+mn-lt"/>
                          <a:ea typeface="+mn-ea"/>
                          <a:cs typeface="+mn-cs"/>
                        </a:rPr>
                        <a:t>sin validación de clausula de protección de cartera.</a:t>
                      </a:r>
                      <a:endParaRPr lang="es-ES" sz="700" b="1" noProof="0">
                        <a:solidFill>
                          <a:srgbClr val="FF0000"/>
                        </a:solidFill>
                        <a:latin typeface="+mn-lt"/>
                      </a:endParaRPr>
                    </a:p>
                  </a:txBody>
                  <a:tcPr marL="45671" marR="324000" marT="4700" marB="0" anchor="ct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0" u="none" strike="noStrike" kern="1200" cap="none" spc="0" normalizeH="0" baseline="0" noProof="0">
                          <a:ln>
                            <a:noFill/>
                          </a:ln>
                          <a:solidFill>
                            <a:srgbClr val="FF0000"/>
                          </a:solidFill>
                          <a:effectLst/>
                          <a:uLnTx/>
                          <a:uFillTx/>
                          <a:latin typeface="+mn-lt"/>
                          <a:ea typeface="+mn-ea"/>
                          <a:cs typeface="+mn-cs"/>
                        </a:rPr>
                        <a:t>Legal</a:t>
                      </a:r>
                    </a:p>
                  </a:txBody>
                  <a:tcPr marL="91343" marR="91343" marT="29721" marB="29721" anchor="ct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1" i="1" u="none" strike="noStrike" kern="1200" cap="none" spc="0" normalizeH="0" baseline="0" noProof="0">
                          <a:ln>
                            <a:noFill/>
                          </a:ln>
                          <a:solidFill>
                            <a:srgbClr val="FF0000"/>
                          </a:solidFill>
                          <a:effectLst/>
                          <a:uLnTx/>
                          <a:uFillTx/>
                          <a:latin typeface="+mn-lt"/>
                          <a:ea typeface="+mn-ea"/>
                          <a:cs typeface="+mn-cs"/>
                        </a:rPr>
                        <a:t>En curso</a:t>
                      </a:r>
                    </a:p>
                  </a:txBody>
                  <a:tcPr marL="91343" marR="91343" marT="29721" marB="29721" anchor="ctr">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s-ES" sz="1000" b="0" i="0" u="none" strike="noStrike" kern="1200" cap="none" spc="0" normalizeH="0" baseline="0" noProof="0">
                          <a:ln>
                            <a:noFill/>
                          </a:ln>
                          <a:solidFill>
                            <a:srgbClr val="FF0000"/>
                          </a:solidFill>
                          <a:effectLst/>
                          <a:uLnTx/>
                          <a:uFillTx/>
                          <a:latin typeface="Arial" panose="020B0604020202020204"/>
                          <a:ea typeface="+mn-ea"/>
                          <a:cs typeface="+mn-cs"/>
                        </a:rPr>
                        <a:t>11.03</a:t>
                      </a:r>
                    </a:p>
                  </a:txBody>
                  <a:tcPr marL="91343" marR="91343" marT="29721" marB="29721" anchor="ctr">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47297452"/>
                  </a:ext>
                </a:extLst>
              </a:tr>
              <a:tr h="566052">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s-ES" sz="1000" b="1" kern="1200">
                          <a:solidFill>
                            <a:schemeClr val="dk1"/>
                          </a:solidFill>
                          <a:effectLst/>
                          <a:latin typeface="+mn-lt"/>
                          <a:ea typeface="+mn-ea"/>
                          <a:cs typeface="+mn-cs"/>
                        </a:rPr>
                        <a:t>Revisar preimpresos de VVDD </a:t>
                      </a:r>
                      <a:r>
                        <a:rPr lang="es-ES" sz="1000" kern="1200">
                          <a:solidFill>
                            <a:schemeClr val="dk1"/>
                          </a:solidFill>
                          <a:effectLst/>
                          <a:latin typeface="+mn-lt"/>
                          <a:ea typeface="+mn-ea"/>
                          <a:cs typeface="+mn-cs"/>
                        </a:rPr>
                        <a:t>para alternativa al 1471 de ampliaciones para flujo e2e.</a:t>
                      </a:r>
                      <a:endParaRPr lang="es-ES" sz="700" b="1" noProof="0">
                        <a:solidFill>
                          <a:schemeClr val="tx1"/>
                        </a:solidFill>
                        <a:latin typeface="+mn-lt"/>
                      </a:endParaRPr>
                    </a:p>
                  </a:txBody>
                  <a:tcPr marL="45671" marR="324000" marT="4700" marB="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0" u="none" strike="noStrike" kern="1200" cap="none" spc="0" normalizeH="0" baseline="0" noProof="0">
                          <a:ln>
                            <a:noFill/>
                          </a:ln>
                          <a:solidFill>
                            <a:schemeClr val="tx1"/>
                          </a:solidFill>
                          <a:effectLst/>
                          <a:uLnTx/>
                          <a:uFillTx/>
                          <a:latin typeface="+mn-lt"/>
                          <a:ea typeface="+mn-ea"/>
                          <a:cs typeface="+mn-cs"/>
                        </a:rPr>
                        <a:t>BOC</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1" i="1" u="none" strike="noStrike" kern="1200" cap="none" spc="0" normalizeH="0" baseline="0" noProof="0">
                          <a:ln>
                            <a:noFill/>
                          </a:ln>
                          <a:solidFill>
                            <a:schemeClr val="accent5"/>
                          </a:solidFill>
                          <a:effectLst/>
                          <a:uLnTx/>
                          <a:uFillTx/>
                          <a:latin typeface="+mn-lt"/>
                          <a:ea typeface="+mn-ea"/>
                          <a:cs typeface="+mn-cs"/>
                        </a:rPr>
                        <a:t>En curso</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s-ES" sz="1000" b="0" i="0" u="none" strike="noStrike" kern="1200" cap="none" spc="0" normalizeH="0" baseline="0" noProof="0">
                          <a:ln>
                            <a:noFill/>
                          </a:ln>
                          <a:solidFill>
                            <a:srgbClr val="000000"/>
                          </a:solidFill>
                          <a:effectLst/>
                          <a:uLnTx/>
                          <a:uFillTx/>
                          <a:latin typeface="Arial" panose="020B0604020202020204"/>
                          <a:ea typeface="+mn-ea"/>
                          <a:cs typeface="+mn-cs"/>
                        </a:rPr>
                        <a:t>19.03</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29788508"/>
                  </a:ext>
                </a:extLst>
              </a:tr>
              <a:tr h="566052">
                <a:tc>
                  <a:txBody>
                    <a:bodyPr/>
                    <a:lstStyle/>
                    <a:p>
                      <a:pPr marL="72000" lvl="1" indent="0" algn="l" rtl="0">
                        <a:buFont typeface="+mj-lt"/>
                        <a:buNone/>
                      </a:pPr>
                      <a:r>
                        <a:rPr lang="es-ES_tradnl" sz="1000" b="0" i="0" noProof="0">
                          <a:solidFill>
                            <a:schemeClr val="tx1"/>
                          </a:solidFill>
                          <a:latin typeface="+mn-lt"/>
                        </a:rPr>
                        <a:t>Pendiente alinear decisiones finales del </a:t>
                      </a:r>
                      <a:r>
                        <a:rPr lang="es-ES_tradnl" sz="1000" b="1" i="0" noProof="0">
                          <a:solidFill>
                            <a:schemeClr val="tx1"/>
                          </a:solidFill>
                          <a:latin typeface="+mn-lt"/>
                        </a:rPr>
                        <a:t>modelo operativo</a:t>
                      </a:r>
                      <a:r>
                        <a:rPr lang="es-ES_tradnl" sz="1000" b="0" i="0" noProof="0">
                          <a:solidFill>
                            <a:schemeClr val="tx1"/>
                          </a:solidFill>
                          <a:latin typeface="+mn-lt"/>
                        </a:rPr>
                        <a:t> para envío a integradores e2e.</a:t>
                      </a:r>
                      <a:endParaRPr lang="es-ES" sz="1000" b="0" i="0" noProof="0">
                        <a:solidFill>
                          <a:schemeClr val="tx1"/>
                        </a:solidFill>
                        <a:latin typeface="+mn-lt"/>
                      </a:endParaRPr>
                    </a:p>
                  </a:txBody>
                  <a:tcPr marL="45671" marR="324000" marT="4700" marB="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0" u="none" strike="noStrike" kern="1200" cap="none" spc="0" normalizeH="0" baseline="0" noProof="0">
                          <a:ln>
                            <a:noFill/>
                          </a:ln>
                          <a:solidFill>
                            <a:schemeClr val="tx1"/>
                          </a:solidFill>
                          <a:effectLst/>
                          <a:uLnTx/>
                          <a:uFillTx/>
                          <a:latin typeface="+mn-lt"/>
                          <a:ea typeface="+mn-ea"/>
                          <a:cs typeface="+mn-cs"/>
                        </a:rPr>
                        <a:t>Equipo ACN</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00" b="1" i="1">
                          <a:solidFill>
                            <a:schemeClr val="accent5"/>
                          </a:solidFill>
                        </a:rPr>
                        <a:t>En curso </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s-ES" sz="1000" b="0" i="0" u="none" strike="noStrike" kern="1200" cap="none" spc="0" normalizeH="0" baseline="0" noProof="0">
                          <a:ln>
                            <a:noFill/>
                          </a:ln>
                          <a:solidFill>
                            <a:srgbClr val="000000"/>
                          </a:solidFill>
                          <a:effectLst/>
                          <a:uLnTx/>
                          <a:uFillTx/>
                          <a:latin typeface="Arial" panose="020B0604020202020204"/>
                          <a:ea typeface="+mn-ea"/>
                          <a:cs typeface="+mn-cs"/>
                        </a:rPr>
                        <a:t>19.03</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3527967"/>
                  </a:ext>
                </a:extLst>
              </a:tr>
              <a:tr h="566052">
                <a:tc>
                  <a:txBody>
                    <a:bodyPr/>
                    <a:lstStyle/>
                    <a:p>
                      <a:pPr marL="72000" lvl="1" indent="0" algn="l" rtl="0">
                        <a:buFont typeface="+mj-lt"/>
                        <a:buNone/>
                      </a:pPr>
                      <a:r>
                        <a:rPr lang="es-ES_tradnl" sz="1000" b="1" i="0" noProof="0">
                          <a:solidFill>
                            <a:schemeClr val="tx1"/>
                          </a:solidFill>
                          <a:latin typeface="+mn-lt"/>
                        </a:rPr>
                        <a:t>Pintar flujo de provisión AS IS PYME y 1471 </a:t>
                      </a:r>
                      <a:r>
                        <a:rPr lang="es-ES_tradnl" sz="1000" b="0" i="0" noProof="0">
                          <a:solidFill>
                            <a:schemeClr val="tx1"/>
                          </a:solidFill>
                          <a:latin typeface="+mn-lt"/>
                        </a:rPr>
                        <a:t>para envío a integradores e2e.</a:t>
                      </a:r>
                      <a:endParaRPr lang="es-ES" sz="1000" b="0" i="0" noProof="0">
                        <a:solidFill>
                          <a:schemeClr val="tx1"/>
                        </a:solidFill>
                        <a:latin typeface="+mn-lt"/>
                      </a:endParaRPr>
                    </a:p>
                  </a:txBody>
                  <a:tcPr marL="45671" marR="324000" marT="4700" marB="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00">
                          <a:solidFill>
                            <a:schemeClr val="tx1"/>
                          </a:solidFill>
                        </a:rPr>
                        <a:t>Equipo ACN y BOC</a:t>
                      </a:r>
                      <a:endParaRPr kumimoji="0" lang="es-ES" sz="1000" b="0" i="0" u="none" strike="noStrike" kern="1200" cap="none" spc="0" normalizeH="0" baseline="0" noProof="0">
                        <a:ln>
                          <a:noFill/>
                        </a:ln>
                        <a:solidFill>
                          <a:schemeClr val="tx1"/>
                        </a:solidFill>
                        <a:effectLst/>
                        <a:uLnTx/>
                        <a:uFillTx/>
                        <a:latin typeface="Graphik (Body)"/>
                        <a:ea typeface="+mn-ea"/>
                        <a:cs typeface="+mn-cs"/>
                      </a:endParaRP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00" b="1" i="1">
                          <a:solidFill>
                            <a:schemeClr val="accent5"/>
                          </a:solidFill>
                        </a:rPr>
                        <a:t>En curso </a:t>
                      </a:r>
                      <a:endParaRPr kumimoji="0" lang="es-ES" sz="1000" b="1" i="1" u="none" strike="noStrike" kern="1200" cap="none" spc="0" normalizeH="0" baseline="0" noProof="0">
                        <a:ln>
                          <a:noFill/>
                        </a:ln>
                        <a:solidFill>
                          <a:schemeClr val="accent5"/>
                        </a:solidFill>
                        <a:effectLst/>
                        <a:uLnTx/>
                        <a:uFillTx/>
                        <a:latin typeface="Graphik (Body)"/>
                        <a:ea typeface="+mn-ea"/>
                        <a:cs typeface="+mn-cs"/>
                      </a:endParaRP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1" u="none" strike="noStrike" kern="1200" cap="none" spc="0" normalizeH="0" baseline="0" noProof="0">
                          <a:ln>
                            <a:noFill/>
                          </a:ln>
                          <a:solidFill>
                            <a:schemeClr val="tx1"/>
                          </a:solidFill>
                          <a:effectLst/>
                          <a:uLnTx/>
                          <a:uFillTx/>
                          <a:latin typeface="+mn-lt"/>
                          <a:ea typeface="+mn-ea"/>
                          <a:cs typeface="+mn-cs"/>
                        </a:rPr>
                        <a:t>Semana 16.03</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43021478"/>
                  </a:ext>
                </a:extLst>
              </a:tr>
              <a:tr h="566052">
                <a:tc>
                  <a:txBody>
                    <a:bodyPr/>
                    <a:lstStyle/>
                    <a:p>
                      <a:pPr marL="72000" marR="0" lvl="1" indent="0" algn="l" defTabSz="914400" rtl="0" eaLnBrk="1" fontAlgn="b" latinLnBrk="0" hangingPunct="1">
                        <a:lnSpc>
                          <a:spcPct val="100000"/>
                        </a:lnSpc>
                        <a:spcBef>
                          <a:spcPts val="0"/>
                        </a:spcBef>
                        <a:spcAft>
                          <a:spcPts val="0"/>
                        </a:spcAft>
                        <a:buClrTx/>
                        <a:buSzTx/>
                        <a:buFont typeface="+mj-lt"/>
                        <a:buNone/>
                        <a:tabLst/>
                        <a:defRPr/>
                      </a:pPr>
                      <a:r>
                        <a:rPr lang="es-ES" sz="1000" b="0" i="0" kern="1200">
                          <a:solidFill>
                            <a:schemeClr val="tx1"/>
                          </a:solidFill>
                          <a:latin typeface="+mn-lt"/>
                          <a:ea typeface="+mn-ea"/>
                          <a:cs typeface="+mn-cs"/>
                        </a:rPr>
                        <a:t>Definir autorización para el canal integrador para </a:t>
                      </a:r>
                      <a:r>
                        <a:rPr lang="es-ES" sz="1000" b="1" i="0" kern="1200">
                          <a:solidFill>
                            <a:schemeClr val="tx1"/>
                          </a:solidFill>
                          <a:latin typeface="+mn-lt"/>
                          <a:ea typeface="+mn-ea"/>
                          <a:cs typeface="+mn-cs"/>
                        </a:rPr>
                        <a:t>recogida de pedido en </a:t>
                      </a:r>
                      <a:r>
                        <a:rPr lang="es-ES" sz="1000" b="1" i="0" kern="1200" err="1">
                          <a:solidFill>
                            <a:schemeClr val="tx1"/>
                          </a:solidFill>
                          <a:latin typeface="+mn-lt"/>
                          <a:ea typeface="+mn-ea"/>
                          <a:cs typeface="+mn-cs"/>
                        </a:rPr>
                        <a:t>PdV</a:t>
                      </a:r>
                      <a:r>
                        <a:rPr lang="es-ES" sz="1000" b="1" i="0" kern="1200">
                          <a:solidFill>
                            <a:schemeClr val="tx1"/>
                          </a:solidFill>
                          <a:latin typeface="+mn-lt"/>
                          <a:ea typeface="+mn-ea"/>
                          <a:cs typeface="+mn-cs"/>
                        </a:rPr>
                        <a:t> </a:t>
                      </a:r>
                      <a:r>
                        <a:rPr lang="es-ES" sz="1000" b="0" i="0" kern="1200">
                          <a:solidFill>
                            <a:schemeClr val="tx1"/>
                          </a:solidFill>
                          <a:latin typeface="+mn-lt"/>
                          <a:ea typeface="+mn-ea"/>
                          <a:cs typeface="+mn-cs"/>
                        </a:rPr>
                        <a:t>en caso de que el integrador lo requiera.</a:t>
                      </a:r>
                    </a:p>
                    <a:p>
                      <a:pPr marL="58738" marR="0" lvl="0" indent="0" algn="l" defTabSz="914400" rtl="0" eaLnBrk="1" fontAlgn="b" latinLnBrk="0" hangingPunct="1">
                        <a:lnSpc>
                          <a:spcPct val="100000"/>
                        </a:lnSpc>
                        <a:spcBef>
                          <a:spcPts val="0"/>
                        </a:spcBef>
                        <a:spcAft>
                          <a:spcPts val="0"/>
                        </a:spcAft>
                        <a:buClrTx/>
                        <a:buSzTx/>
                        <a:buFontTx/>
                        <a:buNone/>
                        <a:tabLst/>
                        <a:defRPr/>
                      </a:pPr>
                      <a:endParaRPr lang="es-ES" sz="700" b="1" noProof="0">
                        <a:solidFill>
                          <a:schemeClr val="tx1"/>
                        </a:solidFill>
                        <a:latin typeface="+mn-lt"/>
                      </a:endParaRPr>
                    </a:p>
                  </a:txBody>
                  <a:tcPr marL="45671" marR="324000" marT="4700" marB="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0" u="none" strike="noStrike" kern="1200" cap="none" spc="0" normalizeH="0" baseline="0" noProof="0">
                          <a:ln>
                            <a:noFill/>
                          </a:ln>
                          <a:solidFill>
                            <a:schemeClr val="tx1"/>
                          </a:solidFill>
                          <a:effectLst/>
                          <a:uLnTx/>
                          <a:uFillTx/>
                          <a:latin typeface="+mn-lt"/>
                          <a:ea typeface="+mn-ea"/>
                          <a:cs typeface="+mn-cs"/>
                        </a:rPr>
                        <a:t>Canal integrador y Legal</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000" b="1" i="1">
                          <a:solidFill>
                            <a:schemeClr val="accent5"/>
                          </a:solidFill>
                        </a:rPr>
                        <a:t>En curso </a:t>
                      </a:r>
                      <a:endParaRPr kumimoji="0" lang="es-ES" sz="1000" b="1" i="1" u="none" strike="noStrike" kern="1200" cap="none" spc="0" normalizeH="0" baseline="0" noProof="0">
                        <a:ln>
                          <a:noFill/>
                        </a:ln>
                        <a:solidFill>
                          <a:schemeClr val="accent5"/>
                        </a:solidFill>
                        <a:effectLst/>
                        <a:uLnTx/>
                        <a:uFillTx/>
                        <a:latin typeface="Graphik (Body)"/>
                        <a:ea typeface="+mn-ea"/>
                        <a:cs typeface="+mn-cs"/>
                      </a:endParaRP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1" u="none" strike="noStrike" kern="1200" cap="none" spc="0" normalizeH="0" baseline="0" noProof="0">
                          <a:ln>
                            <a:noFill/>
                          </a:ln>
                          <a:solidFill>
                            <a:schemeClr val="tx1"/>
                          </a:solidFill>
                          <a:effectLst/>
                          <a:uLnTx/>
                          <a:uFillTx/>
                          <a:latin typeface="+mn-lt"/>
                          <a:ea typeface="+mn-ea"/>
                          <a:cs typeface="+mn-cs"/>
                        </a:rPr>
                        <a:t>Semana 16.03</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13706983"/>
                  </a:ext>
                </a:extLst>
              </a:tr>
              <a:tr h="566052">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s-ES" sz="1000" b="1" i="0" kern="1200" noProof="0">
                          <a:solidFill>
                            <a:schemeClr val="tx1"/>
                          </a:solidFill>
                          <a:latin typeface="+mn-lt"/>
                          <a:ea typeface="+mn-ea"/>
                          <a:cs typeface="+mn-cs"/>
                        </a:rPr>
                        <a:t>Lista de exclusión </a:t>
                      </a:r>
                      <a:r>
                        <a:rPr lang="es-ES" sz="1000" b="0" i="0" kern="1200" noProof="0">
                          <a:solidFill>
                            <a:schemeClr val="tx1"/>
                          </a:solidFill>
                          <a:latin typeface="+mn-lt"/>
                          <a:ea typeface="+mn-ea"/>
                          <a:cs typeface="+mn-cs"/>
                        </a:rPr>
                        <a:t>de comunicaciones comerciales de los integradores </a:t>
                      </a:r>
                      <a:r>
                        <a:rPr lang="es-ES" sz="1000" b="0" i="0" kern="1200" noProof="0" err="1">
                          <a:solidFill>
                            <a:schemeClr val="tx1"/>
                          </a:solidFill>
                          <a:latin typeface="+mn-lt"/>
                          <a:ea typeface="+mn-ea"/>
                          <a:cs typeface="+mn-cs"/>
                        </a:rPr>
                        <a:t>LeadGen</a:t>
                      </a:r>
                      <a:r>
                        <a:rPr lang="es-ES" sz="1000" b="0" i="0" kern="1200" noProof="0">
                          <a:solidFill>
                            <a:schemeClr val="tx1"/>
                          </a:solidFill>
                          <a:latin typeface="+mn-lt"/>
                          <a:ea typeface="+mn-ea"/>
                          <a:cs typeface="+mn-cs"/>
                        </a:rPr>
                        <a:t> – </a:t>
                      </a:r>
                    </a:p>
                    <a:p>
                      <a:pPr marL="58738" marR="0" lvl="0" indent="0" algn="l" defTabSz="914400" rtl="0" eaLnBrk="1" fontAlgn="b" latinLnBrk="0" hangingPunct="1">
                        <a:lnSpc>
                          <a:spcPct val="100000"/>
                        </a:lnSpc>
                        <a:spcBef>
                          <a:spcPts val="0"/>
                        </a:spcBef>
                        <a:spcAft>
                          <a:spcPts val="0"/>
                        </a:spcAft>
                        <a:buClrTx/>
                        <a:buSzTx/>
                        <a:buFontTx/>
                        <a:buNone/>
                        <a:tabLst/>
                        <a:defRPr/>
                      </a:pPr>
                      <a:r>
                        <a:rPr lang="es-ES" sz="1000" b="0" i="0" u="sng" kern="1200" noProof="0">
                          <a:solidFill>
                            <a:schemeClr val="tx1"/>
                          </a:solidFill>
                          <a:latin typeface="+mn-lt"/>
                          <a:ea typeface="+mn-ea"/>
                          <a:cs typeface="+mn-cs"/>
                        </a:rPr>
                        <a:t>Pendiente respuesta legal si aprueba esa propuesta</a:t>
                      </a:r>
                    </a:p>
                  </a:txBody>
                  <a:tcPr marL="45671" marR="324000" marT="4700" marB="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0" u="none" strike="noStrike" kern="1200" cap="none" spc="0" normalizeH="0" baseline="0" noProof="0">
                          <a:ln>
                            <a:noFill/>
                          </a:ln>
                          <a:solidFill>
                            <a:schemeClr val="tx1"/>
                          </a:solidFill>
                          <a:effectLst/>
                          <a:uLnTx/>
                          <a:uFillTx/>
                          <a:latin typeface="+mn-lt"/>
                          <a:ea typeface="+mn-ea"/>
                          <a:cs typeface="+mn-cs"/>
                        </a:rPr>
                        <a:t>Bea Saavedra, Equipo ACN</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1" i="1" u="none" strike="noStrike" kern="1200" cap="none" spc="0" normalizeH="0" baseline="0" noProof="0">
                          <a:ln>
                            <a:noFill/>
                          </a:ln>
                          <a:solidFill>
                            <a:schemeClr val="accent5"/>
                          </a:solidFill>
                          <a:effectLst/>
                          <a:uLnTx/>
                          <a:uFillTx/>
                          <a:latin typeface="+mn-lt"/>
                          <a:ea typeface="+mn-ea"/>
                          <a:cs typeface="+mn-cs"/>
                        </a:rPr>
                        <a:t>En curso</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1" u="none" strike="noStrike" kern="1200" cap="none" spc="0" normalizeH="0" baseline="0" noProof="0">
                          <a:ln>
                            <a:noFill/>
                          </a:ln>
                          <a:solidFill>
                            <a:schemeClr val="tx1"/>
                          </a:solidFill>
                          <a:effectLst/>
                          <a:uLnTx/>
                          <a:uFillTx/>
                          <a:latin typeface="+mn-lt"/>
                          <a:ea typeface="+mn-ea"/>
                          <a:cs typeface="+mn-cs"/>
                        </a:rPr>
                        <a:t>Semana 16.03</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72225136"/>
                  </a:ext>
                </a:extLst>
              </a:tr>
              <a:tr h="566052">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s-ES" sz="1000" b="1" kern="1200">
                          <a:solidFill>
                            <a:schemeClr val="tx1"/>
                          </a:solidFill>
                          <a:latin typeface="+mn-lt"/>
                          <a:ea typeface="+mn-ea"/>
                          <a:cs typeface="+mn-cs"/>
                        </a:rPr>
                        <a:t>Automatizar</a:t>
                      </a:r>
                      <a:r>
                        <a:rPr lang="es-ES" sz="1000" b="1">
                          <a:solidFill>
                            <a:schemeClr val="tx1"/>
                          </a:solidFill>
                        </a:rPr>
                        <a:t> el flujo de pagos </a:t>
                      </a:r>
                      <a:r>
                        <a:rPr lang="es-ES" sz="1000" b="1" err="1">
                          <a:solidFill>
                            <a:schemeClr val="tx1"/>
                          </a:solidFill>
                        </a:rPr>
                        <a:t>Leadgen</a:t>
                      </a:r>
                      <a:r>
                        <a:rPr lang="es-ES" sz="1000" b="1">
                          <a:solidFill>
                            <a:schemeClr val="tx1"/>
                          </a:solidFill>
                        </a:rPr>
                        <a:t> </a:t>
                      </a:r>
                      <a:r>
                        <a:rPr lang="es-ES" sz="1000">
                          <a:solidFill>
                            <a:schemeClr val="tx1"/>
                          </a:solidFill>
                        </a:rPr>
                        <a:t>para asegurar escalado – Propuesta </a:t>
                      </a:r>
                      <a:r>
                        <a:rPr lang="es-ES" sz="1000" i="1">
                          <a:solidFill>
                            <a:schemeClr val="tx1"/>
                          </a:solidFill>
                        </a:rPr>
                        <a:t>offline</a:t>
                      </a:r>
                      <a:endParaRPr lang="es-ES" sz="1000" b="0" i="1" u="none" strike="noStrike">
                        <a:solidFill>
                          <a:schemeClr val="tx1"/>
                        </a:solidFill>
                        <a:effectLst/>
                        <a:latin typeface="+mn-lt"/>
                        <a:cs typeface="Arial" panose="020B0604020202020204" pitchFamily="34" charset="0"/>
                      </a:endParaRPr>
                    </a:p>
                  </a:txBody>
                  <a:tcPr marL="45671" marR="324000" marT="4700" marB="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0" u="none" strike="noStrike" kern="1200" cap="none" spc="0" normalizeH="0" baseline="0" noProof="0">
                          <a:ln>
                            <a:noFill/>
                          </a:ln>
                          <a:solidFill>
                            <a:schemeClr val="tx1"/>
                          </a:solidFill>
                          <a:effectLst/>
                          <a:uLnTx/>
                          <a:uFillTx/>
                          <a:latin typeface="+mn-lt"/>
                          <a:ea typeface="+mn-ea"/>
                          <a:cs typeface="+mn-cs"/>
                        </a:rPr>
                        <a:t>Equipo estrategia (Natalia)</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1" i="1" u="none" strike="noStrike" kern="1200" cap="none" spc="0" normalizeH="0" baseline="0" noProof="0">
                          <a:ln>
                            <a:noFill/>
                          </a:ln>
                          <a:solidFill>
                            <a:schemeClr val="accent5"/>
                          </a:solidFill>
                          <a:effectLst/>
                          <a:uLnTx/>
                          <a:uFillTx/>
                          <a:latin typeface="+mn-lt"/>
                          <a:ea typeface="+mn-ea"/>
                          <a:cs typeface="+mn-cs"/>
                        </a:rPr>
                        <a:t>En curso</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1" u="none" strike="noStrike" kern="1200" cap="none" spc="0" normalizeH="0" baseline="0" noProof="0">
                          <a:ln>
                            <a:noFill/>
                          </a:ln>
                          <a:solidFill>
                            <a:schemeClr val="tx1"/>
                          </a:solidFill>
                          <a:effectLst/>
                          <a:uLnTx/>
                          <a:uFillTx/>
                          <a:latin typeface="+mn-lt"/>
                          <a:ea typeface="+mn-ea"/>
                          <a:cs typeface="+mn-cs"/>
                        </a:rPr>
                        <a:t>Semana 23.03</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81990721"/>
                  </a:ext>
                </a:extLst>
              </a:tr>
              <a:tr h="566052">
                <a:tc>
                  <a:txBody>
                    <a:bodyPr/>
                    <a:lstStyle/>
                    <a:p>
                      <a:pPr marL="58738" marR="0" lvl="0" indent="0" algn="l" defTabSz="914400" rtl="0" eaLnBrk="1" fontAlgn="b" latinLnBrk="0" hangingPunct="1">
                        <a:lnSpc>
                          <a:spcPct val="100000"/>
                        </a:lnSpc>
                        <a:spcBef>
                          <a:spcPts val="0"/>
                        </a:spcBef>
                        <a:spcAft>
                          <a:spcPts val="0"/>
                        </a:spcAft>
                        <a:buClrTx/>
                        <a:buSzTx/>
                        <a:buFontTx/>
                        <a:buNone/>
                        <a:tabLst/>
                        <a:defRPr/>
                      </a:pPr>
                      <a:r>
                        <a:rPr lang="es-ES" sz="1000" b="1" kern="1200">
                          <a:solidFill>
                            <a:schemeClr val="tx1"/>
                          </a:solidFill>
                          <a:latin typeface="+mn-lt"/>
                          <a:ea typeface="+mn-ea"/>
                          <a:cs typeface="+mn-cs"/>
                        </a:rPr>
                        <a:t>Automatizar flujo e2e </a:t>
                      </a:r>
                    </a:p>
                  </a:txBody>
                  <a:tcPr marL="45671" marR="324000" marT="4700" marB="0"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0" u="none" strike="noStrike" kern="1200" cap="none" spc="0" normalizeH="0" baseline="0" noProof="0">
                          <a:ln>
                            <a:noFill/>
                          </a:ln>
                          <a:solidFill>
                            <a:schemeClr val="tx1"/>
                          </a:solidFill>
                          <a:effectLst/>
                          <a:uLnTx/>
                          <a:uFillTx/>
                          <a:latin typeface="+mn-lt"/>
                          <a:ea typeface="+mn-ea"/>
                          <a:cs typeface="+mn-cs"/>
                        </a:rPr>
                        <a:t>Equipo ACN</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1" i="1" u="none" strike="noStrike" kern="1200" cap="none" spc="0" normalizeH="0" baseline="0" noProof="0">
                          <a:ln>
                            <a:noFill/>
                          </a:ln>
                          <a:solidFill>
                            <a:schemeClr val="accent5"/>
                          </a:solidFill>
                          <a:effectLst/>
                          <a:uLnTx/>
                          <a:uFillTx/>
                          <a:latin typeface="+mn-lt"/>
                          <a:ea typeface="+mn-ea"/>
                          <a:cs typeface="+mn-cs"/>
                        </a:rPr>
                        <a:t>En curso</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s-ES" sz="1000" b="0" i="1" u="none" strike="noStrike" kern="1200" cap="none" spc="0" normalizeH="0" baseline="0" noProof="0">
                          <a:ln>
                            <a:noFill/>
                          </a:ln>
                          <a:solidFill>
                            <a:schemeClr val="tx1"/>
                          </a:solidFill>
                          <a:effectLst/>
                          <a:uLnTx/>
                          <a:uFillTx/>
                          <a:latin typeface="+mn-lt"/>
                          <a:ea typeface="+mn-ea"/>
                          <a:cs typeface="+mn-cs"/>
                        </a:rPr>
                        <a:t>Semana 23.03</a:t>
                      </a:r>
                    </a:p>
                  </a:txBody>
                  <a:tcPr marL="91343" marR="91343" marT="29721" marB="29721" anchor="ct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72532895"/>
                  </a:ext>
                </a:extLst>
              </a:tr>
            </a:tbl>
          </a:graphicData>
        </a:graphic>
      </p:graphicFrame>
    </p:spTree>
    <p:extLst>
      <p:ext uri="{BB962C8B-B14F-4D97-AF65-F5344CB8AC3E}">
        <p14:creationId xmlns:p14="http://schemas.microsoft.com/office/powerpoint/2010/main" val="3737699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07E3A-B409-DAD8-4977-A23FFE69150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559E55C-7300-1434-F88C-B830E926EA5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4" name="think-cell data - do not delete" hidden="1">
                        <a:extLst>
                          <a:ext uri="{FF2B5EF4-FFF2-40B4-BE49-F238E27FC236}">
                            <a16:creationId xmlns:a16="http://schemas.microsoft.com/office/drawing/2014/main" id="{F559E55C-7300-1434-F88C-B830E926EA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F063870-EE78-789E-1098-28064E718F82}"/>
              </a:ext>
            </a:extLst>
          </p:cNvPr>
          <p:cNvSpPr>
            <a:spLocks noGrp="1"/>
          </p:cNvSpPr>
          <p:nvPr>
            <p:ph type="title"/>
          </p:nvPr>
        </p:nvSpPr>
        <p:spPr>
          <a:xfrm>
            <a:off x="380999" y="3207400"/>
            <a:ext cx="11427596" cy="443198"/>
          </a:xfrm>
        </p:spPr>
        <p:txBody>
          <a:bodyPr vert="horz" anchor="ctr"/>
          <a:lstStyle/>
          <a:p>
            <a:r>
              <a:rPr lang="es-ES" sz="3200" noProof="0"/>
              <a:t>¡Muchas gracias!</a:t>
            </a:r>
          </a:p>
        </p:txBody>
      </p:sp>
    </p:spTree>
    <p:extLst>
      <p:ext uri="{BB962C8B-B14F-4D97-AF65-F5344CB8AC3E}">
        <p14:creationId xmlns:p14="http://schemas.microsoft.com/office/powerpoint/2010/main" val="3330302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6D58B92B-6209-ADD9-D9C7-F3EAA1A4F27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6" imgH="486" progId="TCLayout.ActiveDocument.1">
                  <p:embed/>
                </p:oleObj>
              </mc:Choice>
              <mc:Fallback>
                <p:oleObj name="think-cell Slide" r:id="rId3" imgW="486" imgH="486" progId="TCLayout.ActiveDocument.1">
                  <p:embed/>
                  <p:pic>
                    <p:nvPicPr>
                      <p:cNvPr id="12" name="think-cell data - do not delete" hidden="1">
                        <a:extLst>
                          <a:ext uri="{FF2B5EF4-FFF2-40B4-BE49-F238E27FC236}">
                            <a16:creationId xmlns:a16="http://schemas.microsoft.com/office/drawing/2014/main" id="{6D58B92B-6209-ADD9-D9C7-F3EAA1A4F2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468CF47-BAF1-9582-C7B9-3662D386D2DD}"/>
              </a:ext>
            </a:extLst>
          </p:cNvPr>
          <p:cNvSpPr>
            <a:spLocks noGrp="1"/>
          </p:cNvSpPr>
          <p:nvPr>
            <p:ph type="title"/>
          </p:nvPr>
        </p:nvSpPr>
        <p:spPr>
          <a:xfrm>
            <a:off x="381000" y="2875002"/>
            <a:ext cx="11430000" cy="1661993"/>
          </a:xfrm>
        </p:spPr>
        <p:txBody>
          <a:bodyPr vert="horz" rIns="0">
            <a:spAutoFit/>
          </a:bodyPr>
          <a:lstStyle/>
          <a:p>
            <a:r>
              <a:rPr lang="es-ES" sz="8000"/>
              <a:t>Anexo</a:t>
            </a:r>
            <a:br>
              <a:rPr lang="es-ES" sz="8000"/>
            </a:br>
            <a:r>
              <a:rPr lang="es-ES" sz="4000">
                <a:solidFill>
                  <a:schemeClr val="accent1"/>
                </a:solidFill>
              </a:rPr>
              <a:t>Modelo operativo</a:t>
            </a:r>
          </a:p>
        </p:txBody>
      </p:sp>
      <p:sp>
        <p:nvSpPr>
          <p:cNvPr id="4" name="Text Placeholder 3">
            <a:extLst>
              <a:ext uri="{FF2B5EF4-FFF2-40B4-BE49-F238E27FC236}">
                <a16:creationId xmlns:a16="http://schemas.microsoft.com/office/drawing/2014/main" id="{A600678B-FC3F-81C4-B1D0-ADA4F6134CE4}"/>
              </a:ext>
            </a:extLst>
          </p:cNvPr>
          <p:cNvSpPr>
            <a:spLocks noGrp="1"/>
          </p:cNvSpPr>
          <p:nvPr>
            <p:ph type="body" idx="1"/>
          </p:nvPr>
        </p:nvSpPr>
        <p:spPr/>
        <p:txBody>
          <a:bodyPr/>
          <a:lstStyle/>
          <a:p>
            <a:endParaRPr lang="es-ES"/>
          </a:p>
        </p:txBody>
      </p:sp>
      <p:sp>
        <p:nvSpPr>
          <p:cNvPr id="5" name="Content Placeholder 4">
            <a:extLst>
              <a:ext uri="{FF2B5EF4-FFF2-40B4-BE49-F238E27FC236}">
                <a16:creationId xmlns:a16="http://schemas.microsoft.com/office/drawing/2014/main" id="{4E7073E5-0CEF-A8F2-7D00-FFB90B507432}"/>
              </a:ext>
            </a:extLst>
          </p:cNvPr>
          <p:cNvSpPr>
            <a:spLocks noGrp="1"/>
          </p:cNvSpPr>
          <p:nvPr>
            <p:ph sz="half" idx="2"/>
          </p:nvPr>
        </p:nvSpPr>
        <p:spPr/>
        <p:txBody>
          <a:bodyPr/>
          <a:lstStyle/>
          <a:p>
            <a:endParaRPr lang="es-ES"/>
          </a:p>
        </p:txBody>
      </p:sp>
      <p:sp>
        <p:nvSpPr>
          <p:cNvPr id="6" name="Text Placeholder 5">
            <a:extLst>
              <a:ext uri="{FF2B5EF4-FFF2-40B4-BE49-F238E27FC236}">
                <a16:creationId xmlns:a16="http://schemas.microsoft.com/office/drawing/2014/main" id="{8EDDBBC6-4093-69D8-09E0-112D093F9C12}"/>
              </a:ext>
            </a:extLst>
          </p:cNvPr>
          <p:cNvSpPr>
            <a:spLocks noGrp="1"/>
          </p:cNvSpPr>
          <p:nvPr>
            <p:ph type="body" idx="16"/>
          </p:nvPr>
        </p:nvSpPr>
        <p:spPr/>
        <p:txBody>
          <a:bodyPr/>
          <a:lstStyle/>
          <a:p>
            <a:endParaRPr lang="es-ES"/>
          </a:p>
        </p:txBody>
      </p:sp>
      <p:sp>
        <p:nvSpPr>
          <p:cNvPr id="7" name="Text Placeholder 6">
            <a:extLst>
              <a:ext uri="{FF2B5EF4-FFF2-40B4-BE49-F238E27FC236}">
                <a16:creationId xmlns:a16="http://schemas.microsoft.com/office/drawing/2014/main" id="{21839F43-E4F8-8688-ECE3-6304481705B0}"/>
              </a:ext>
            </a:extLst>
          </p:cNvPr>
          <p:cNvSpPr>
            <a:spLocks noGrp="1"/>
          </p:cNvSpPr>
          <p:nvPr>
            <p:ph type="body" idx="14"/>
          </p:nvPr>
        </p:nvSpPr>
        <p:spPr/>
        <p:txBody>
          <a:bodyPr/>
          <a:lstStyle/>
          <a:p>
            <a:endParaRPr lang="es-ES"/>
          </a:p>
        </p:txBody>
      </p:sp>
      <p:sp>
        <p:nvSpPr>
          <p:cNvPr id="8" name="Content Placeholder 7">
            <a:extLst>
              <a:ext uri="{FF2B5EF4-FFF2-40B4-BE49-F238E27FC236}">
                <a16:creationId xmlns:a16="http://schemas.microsoft.com/office/drawing/2014/main" id="{F5101E0F-FFFD-0790-1AF6-D27B0C18895F}"/>
              </a:ext>
            </a:extLst>
          </p:cNvPr>
          <p:cNvSpPr>
            <a:spLocks noGrp="1"/>
          </p:cNvSpPr>
          <p:nvPr>
            <p:ph sz="half" idx="15"/>
          </p:nvPr>
        </p:nvSpPr>
        <p:spPr/>
        <p:txBody>
          <a:bodyPr/>
          <a:lstStyle/>
          <a:p>
            <a:endParaRPr lang="es-ES"/>
          </a:p>
        </p:txBody>
      </p:sp>
    </p:spTree>
    <p:extLst>
      <p:ext uri="{BB962C8B-B14F-4D97-AF65-F5344CB8AC3E}">
        <p14:creationId xmlns:p14="http://schemas.microsoft.com/office/powerpoint/2010/main" val="3064447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EBDD-C33B-A0B9-955E-6E9E6E594B29}"/>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2B24DC0-54BB-74B8-E52B-105296A5B6E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12B24DC0-54BB-74B8-E52B-105296A5B6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D3A712D-45D3-651D-B436-5F43915D1A76}"/>
              </a:ext>
            </a:extLst>
          </p:cNvPr>
          <p:cNvSpPr>
            <a:spLocks noGrp="1"/>
          </p:cNvSpPr>
          <p:nvPr>
            <p:ph type="title"/>
          </p:nvPr>
        </p:nvSpPr>
        <p:spPr/>
        <p:txBody>
          <a:bodyPr vert="horz"/>
          <a:lstStyle/>
          <a:p>
            <a:r>
              <a:rPr lang="es-ES_tradnl" noProof="0"/>
              <a:t>Deep-dive: Soporte Canal Integrador</a:t>
            </a:r>
          </a:p>
        </p:txBody>
      </p:sp>
      <p:sp>
        <p:nvSpPr>
          <p:cNvPr id="4" name="Subtitle 2">
            <a:extLst>
              <a:ext uri="{FF2B5EF4-FFF2-40B4-BE49-F238E27FC236}">
                <a16:creationId xmlns:a16="http://schemas.microsoft.com/office/drawing/2014/main" id="{531ADE70-C3D7-ECC1-6E9C-F2554261AE0F}"/>
              </a:ext>
            </a:extLst>
          </p:cNvPr>
          <p:cNvSpPr>
            <a:spLocks noGrp="1"/>
          </p:cNvSpPr>
          <p:nvPr>
            <p:ph type="subTitle" idx="13"/>
          </p:nvPr>
        </p:nvSpPr>
        <p:spPr>
          <a:xfrm>
            <a:off x="381000" y="860572"/>
            <a:ext cx="11430000" cy="553998"/>
          </a:xfrm>
        </p:spPr>
        <p:txBody>
          <a:bodyPr/>
          <a:lstStyle/>
          <a:p>
            <a:r>
              <a:rPr lang="es-ES_tradnl" noProof="0"/>
              <a:t>Se establece un equipo soporte (NTT) en fase inicial (‘infancia’), con el IAM </a:t>
            </a:r>
            <a:r>
              <a:rPr lang="es-ES_tradnl"/>
              <a:t>como responsable del e2e y coordinación del escalado a soporte especializado</a:t>
            </a:r>
            <a:endParaRPr lang="es-ES_tradnl" noProof="0"/>
          </a:p>
        </p:txBody>
      </p:sp>
      <p:grpSp>
        <p:nvGrpSpPr>
          <p:cNvPr id="18" name="Group 159">
            <a:extLst>
              <a:ext uri="{FF2B5EF4-FFF2-40B4-BE49-F238E27FC236}">
                <a16:creationId xmlns:a16="http://schemas.microsoft.com/office/drawing/2014/main" id="{B394D0FD-B9B0-8D1D-4BE1-658B7D970628}"/>
              </a:ext>
            </a:extLst>
          </p:cNvPr>
          <p:cNvGrpSpPr>
            <a:grpSpLocks noChangeAspect="1"/>
          </p:cNvGrpSpPr>
          <p:nvPr/>
        </p:nvGrpSpPr>
        <p:grpSpPr bwMode="auto">
          <a:xfrm>
            <a:off x="11755438" y="580471"/>
            <a:ext cx="228098" cy="228098"/>
            <a:chOff x="4478" y="2999"/>
            <a:chExt cx="426" cy="426"/>
          </a:xfrm>
          <a:solidFill>
            <a:schemeClr val="tx2"/>
          </a:solidFill>
        </p:grpSpPr>
        <p:sp>
          <p:nvSpPr>
            <p:cNvPr id="22" name="Freeform 160">
              <a:extLst>
                <a:ext uri="{FF2B5EF4-FFF2-40B4-BE49-F238E27FC236}">
                  <a16:creationId xmlns:a16="http://schemas.microsoft.com/office/drawing/2014/main" id="{1025006A-A956-BE23-9200-C18BB0BFE5AC}"/>
                </a:ext>
              </a:extLst>
            </p:cNvPr>
            <p:cNvSpPr>
              <a:spLocks noEditPoints="1"/>
            </p:cNvSpPr>
            <p:nvPr/>
          </p:nvSpPr>
          <p:spPr bwMode="auto">
            <a:xfrm>
              <a:off x="4478" y="2999"/>
              <a:ext cx="426" cy="426"/>
            </a:xfrm>
            <a:custGeom>
              <a:avLst/>
              <a:gdLst>
                <a:gd name="T0" fmla="*/ 282 w 288"/>
                <a:gd name="T1" fmla="*/ 288 h 288"/>
                <a:gd name="T2" fmla="*/ 6 w 288"/>
                <a:gd name="T3" fmla="*/ 288 h 288"/>
                <a:gd name="T4" fmla="*/ 0 w 288"/>
                <a:gd name="T5" fmla="*/ 282 h 288"/>
                <a:gd name="T6" fmla="*/ 0 w 288"/>
                <a:gd name="T7" fmla="*/ 6 h 288"/>
                <a:gd name="T8" fmla="*/ 6 w 288"/>
                <a:gd name="T9" fmla="*/ 0 h 288"/>
                <a:gd name="T10" fmla="*/ 282 w 288"/>
                <a:gd name="T11" fmla="*/ 0 h 288"/>
                <a:gd name="T12" fmla="*/ 288 w 288"/>
                <a:gd name="T13" fmla="*/ 6 h 288"/>
                <a:gd name="T14" fmla="*/ 288 w 288"/>
                <a:gd name="T15" fmla="*/ 282 h 288"/>
                <a:gd name="T16" fmla="*/ 282 w 288"/>
                <a:gd name="T17" fmla="*/ 288 h 288"/>
                <a:gd name="T18" fmla="*/ 12 w 288"/>
                <a:gd name="T19" fmla="*/ 276 h 288"/>
                <a:gd name="T20" fmla="*/ 276 w 288"/>
                <a:gd name="T21" fmla="*/ 276 h 288"/>
                <a:gd name="T22" fmla="*/ 276 w 288"/>
                <a:gd name="T23" fmla="*/ 12 h 288"/>
                <a:gd name="T24" fmla="*/ 12 w 288"/>
                <a:gd name="T25" fmla="*/ 12 h 288"/>
                <a:gd name="T26" fmla="*/ 12 w 288"/>
                <a:gd name="T27"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88">
                  <a:moveTo>
                    <a:pt x="282" y="288"/>
                  </a:moveTo>
                  <a:cubicBezTo>
                    <a:pt x="6" y="288"/>
                    <a:pt x="6" y="288"/>
                    <a:pt x="6" y="288"/>
                  </a:cubicBezTo>
                  <a:cubicBezTo>
                    <a:pt x="2" y="288"/>
                    <a:pt x="0" y="286"/>
                    <a:pt x="0" y="282"/>
                  </a:cubicBezTo>
                  <a:cubicBezTo>
                    <a:pt x="0" y="6"/>
                    <a:pt x="0" y="6"/>
                    <a:pt x="0" y="6"/>
                  </a:cubicBezTo>
                  <a:cubicBezTo>
                    <a:pt x="0" y="3"/>
                    <a:pt x="2" y="0"/>
                    <a:pt x="6" y="0"/>
                  </a:cubicBezTo>
                  <a:cubicBezTo>
                    <a:pt x="282" y="0"/>
                    <a:pt x="282" y="0"/>
                    <a:pt x="282" y="0"/>
                  </a:cubicBezTo>
                  <a:cubicBezTo>
                    <a:pt x="285" y="0"/>
                    <a:pt x="288" y="3"/>
                    <a:pt x="288" y="6"/>
                  </a:cubicBezTo>
                  <a:cubicBezTo>
                    <a:pt x="288" y="282"/>
                    <a:pt x="288" y="282"/>
                    <a:pt x="288" y="282"/>
                  </a:cubicBezTo>
                  <a:cubicBezTo>
                    <a:pt x="288" y="286"/>
                    <a:pt x="285" y="288"/>
                    <a:pt x="282" y="288"/>
                  </a:cubicBezTo>
                  <a:close/>
                  <a:moveTo>
                    <a:pt x="12" y="276"/>
                  </a:moveTo>
                  <a:cubicBezTo>
                    <a:pt x="276" y="276"/>
                    <a:pt x="276" y="276"/>
                    <a:pt x="276" y="276"/>
                  </a:cubicBezTo>
                  <a:cubicBezTo>
                    <a:pt x="276" y="12"/>
                    <a:pt x="276" y="12"/>
                    <a:pt x="276" y="12"/>
                  </a:cubicBezTo>
                  <a:cubicBezTo>
                    <a:pt x="12" y="12"/>
                    <a:pt x="12" y="12"/>
                    <a:pt x="12" y="12"/>
                  </a:cubicBezTo>
                  <a:lnTo>
                    <a:pt x="12" y="276"/>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_tradnl" sz="1800" b="0" i="0" u="none" strike="noStrike" kern="0" cap="none" spc="0" normalizeH="0" baseline="0" noProof="0">
                <a:ln>
                  <a:noFill/>
                </a:ln>
                <a:solidFill>
                  <a:srgbClr val="96958C"/>
                </a:solidFill>
                <a:effectLst/>
                <a:uLnTx/>
                <a:uFillTx/>
                <a:latin typeface="Arial" panose="020B0604020202020204"/>
                <a:ea typeface="+mn-ea"/>
                <a:cs typeface="Arial" charset="0"/>
              </a:endParaRPr>
            </a:p>
          </p:txBody>
        </p:sp>
        <p:sp>
          <p:nvSpPr>
            <p:cNvPr id="26" name="Freeform 161">
              <a:hlinkClick r:id="rId6" action="ppaction://hlinksldjump"/>
              <a:extLst>
                <a:ext uri="{FF2B5EF4-FFF2-40B4-BE49-F238E27FC236}">
                  <a16:creationId xmlns:a16="http://schemas.microsoft.com/office/drawing/2014/main" id="{C27EB339-EB19-9FFB-2DB2-4F07DB7A2D31}"/>
                </a:ext>
              </a:extLst>
            </p:cNvPr>
            <p:cNvSpPr>
              <a:spLocks/>
            </p:cNvSpPr>
            <p:nvPr/>
          </p:nvSpPr>
          <p:spPr bwMode="auto">
            <a:xfrm>
              <a:off x="4627" y="3097"/>
              <a:ext cx="126" cy="230"/>
            </a:xfrm>
            <a:custGeom>
              <a:avLst/>
              <a:gdLst>
                <a:gd name="T0" fmla="*/ 79 w 85"/>
                <a:gd name="T1" fmla="*/ 156 h 156"/>
                <a:gd name="T2" fmla="*/ 74 w 85"/>
                <a:gd name="T3" fmla="*/ 154 h 156"/>
                <a:gd name="T4" fmla="*/ 2 w 85"/>
                <a:gd name="T5" fmla="*/ 82 h 156"/>
                <a:gd name="T6" fmla="*/ 2 w 85"/>
                <a:gd name="T7" fmla="*/ 74 h 156"/>
                <a:gd name="T8" fmla="*/ 74 w 85"/>
                <a:gd name="T9" fmla="*/ 2 h 156"/>
                <a:gd name="T10" fmla="*/ 83 w 85"/>
                <a:gd name="T11" fmla="*/ 2 h 156"/>
                <a:gd name="T12" fmla="*/ 83 w 85"/>
                <a:gd name="T13" fmla="*/ 10 h 156"/>
                <a:gd name="T14" fmla="*/ 15 w 85"/>
                <a:gd name="T15" fmla="*/ 78 h 156"/>
                <a:gd name="T16" fmla="*/ 83 w 85"/>
                <a:gd name="T17" fmla="*/ 146 h 156"/>
                <a:gd name="T18" fmla="*/ 83 w 85"/>
                <a:gd name="T19" fmla="*/ 154 h 156"/>
                <a:gd name="T20" fmla="*/ 79 w 85"/>
                <a:gd name="T2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156">
                  <a:moveTo>
                    <a:pt x="79" y="156"/>
                  </a:moveTo>
                  <a:cubicBezTo>
                    <a:pt x="77" y="156"/>
                    <a:pt x="76" y="156"/>
                    <a:pt x="74" y="154"/>
                  </a:cubicBezTo>
                  <a:cubicBezTo>
                    <a:pt x="2" y="82"/>
                    <a:pt x="2" y="82"/>
                    <a:pt x="2" y="82"/>
                  </a:cubicBezTo>
                  <a:cubicBezTo>
                    <a:pt x="0" y="80"/>
                    <a:pt x="0" y="76"/>
                    <a:pt x="2" y="74"/>
                  </a:cubicBezTo>
                  <a:cubicBezTo>
                    <a:pt x="74" y="2"/>
                    <a:pt x="74" y="2"/>
                    <a:pt x="74" y="2"/>
                  </a:cubicBezTo>
                  <a:cubicBezTo>
                    <a:pt x="77" y="0"/>
                    <a:pt x="80" y="0"/>
                    <a:pt x="83" y="2"/>
                  </a:cubicBezTo>
                  <a:cubicBezTo>
                    <a:pt x="85" y="4"/>
                    <a:pt x="85" y="8"/>
                    <a:pt x="83" y="10"/>
                  </a:cubicBezTo>
                  <a:cubicBezTo>
                    <a:pt x="15" y="78"/>
                    <a:pt x="15" y="78"/>
                    <a:pt x="15" y="78"/>
                  </a:cubicBezTo>
                  <a:cubicBezTo>
                    <a:pt x="83" y="146"/>
                    <a:pt x="83" y="146"/>
                    <a:pt x="83" y="146"/>
                  </a:cubicBezTo>
                  <a:cubicBezTo>
                    <a:pt x="85" y="148"/>
                    <a:pt x="85" y="152"/>
                    <a:pt x="83" y="154"/>
                  </a:cubicBezTo>
                  <a:cubicBezTo>
                    <a:pt x="82" y="156"/>
                    <a:pt x="80" y="156"/>
                    <a:pt x="79" y="156"/>
                  </a:cubicBez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_tradnl" sz="1800" b="0" i="0" u="none" strike="noStrike" kern="0" cap="none" spc="0" normalizeH="0" baseline="0" noProof="0">
                <a:ln>
                  <a:noFill/>
                </a:ln>
                <a:solidFill>
                  <a:srgbClr val="96958C"/>
                </a:solidFill>
                <a:effectLst/>
                <a:uLnTx/>
                <a:uFillTx/>
                <a:latin typeface="Arial" panose="020B0604020202020204"/>
                <a:ea typeface="+mn-ea"/>
                <a:cs typeface="Arial" charset="0"/>
              </a:endParaRPr>
            </a:p>
          </p:txBody>
        </p:sp>
      </p:grpSp>
      <p:sp>
        <p:nvSpPr>
          <p:cNvPr id="27" name="Rectangle: Rounded Corners 26">
            <a:extLst>
              <a:ext uri="{FF2B5EF4-FFF2-40B4-BE49-F238E27FC236}">
                <a16:creationId xmlns:a16="http://schemas.microsoft.com/office/drawing/2014/main" id="{D72513EE-4E33-A66D-7723-9A2EA73D719F}"/>
              </a:ext>
            </a:extLst>
          </p:cNvPr>
          <p:cNvSpPr/>
          <p:nvPr/>
        </p:nvSpPr>
        <p:spPr>
          <a:xfrm>
            <a:off x="0" y="92166"/>
            <a:ext cx="2745719" cy="206077"/>
          </a:xfrm>
          <a:prstGeom prst="roundRect">
            <a:avLst/>
          </a:prstGeom>
          <a:solidFill>
            <a:srgbClr val="F907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Revisión Comité de seguimiento</a:t>
            </a:r>
          </a:p>
        </p:txBody>
      </p:sp>
      <p:sp>
        <p:nvSpPr>
          <p:cNvPr id="8" name="Rectangle 7">
            <a:extLst>
              <a:ext uri="{FF2B5EF4-FFF2-40B4-BE49-F238E27FC236}">
                <a16:creationId xmlns:a16="http://schemas.microsoft.com/office/drawing/2014/main" id="{23A9DA04-0A60-01FA-A709-6452E98EB2CC}"/>
              </a:ext>
            </a:extLst>
          </p:cNvPr>
          <p:cNvSpPr/>
          <p:nvPr/>
        </p:nvSpPr>
        <p:spPr>
          <a:xfrm>
            <a:off x="381000" y="6517888"/>
            <a:ext cx="8104766" cy="324993"/>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1.</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Estimado 1 FTE por cada 5 integradores</a:t>
            </a:r>
          </a:p>
        </p:txBody>
      </p:sp>
      <p:sp>
        <p:nvSpPr>
          <p:cNvPr id="57" name="TextBox 56">
            <a:extLst>
              <a:ext uri="{FF2B5EF4-FFF2-40B4-BE49-F238E27FC236}">
                <a16:creationId xmlns:a16="http://schemas.microsoft.com/office/drawing/2014/main" id="{5E680791-F0CE-B9D4-3C09-07BD309AEC88}"/>
              </a:ext>
            </a:extLst>
          </p:cNvPr>
          <p:cNvSpPr txBox="1"/>
          <p:nvPr/>
        </p:nvSpPr>
        <p:spPr>
          <a:xfrm>
            <a:off x="7032958" y="1835422"/>
            <a:ext cx="4716000" cy="4617282"/>
          </a:xfrm>
          <a:prstGeom prst="rect">
            <a:avLst/>
          </a:prstGeom>
          <a:solidFill>
            <a:schemeClr val="accent3">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7B3F245A-4B7F-8EA3-B10A-3C56BA449743}"/>
              </a:ext>
            </a:extLst>
          </p:cNvPr>
          <p:cNvSpPr txBox="1"/>
          <p:nvPr/>
        </p:nvSpPr>
        <p:spPr>
          <a:xfrm>
            <a:off x="2208582" y="1835422"/>
            <a:ext cx="4716000" cy="4617282"/>
          </a:xfrm>
          <a:prstGeom prst="rect">
            <a:avLst/>
          </a:prstGeom>
          <a:solidFill>
            <a:schemeClr val="accent3">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85CF5B6D-9AF5-86B4-3983-6CAF7A564296}"/>
              </a:ext>
            </a:extLst>
          </p:cNvPr>
          <p:cNvSpPr txBox="1"/>
          <p:nvPr/>
        </p:nvSpPr>
        <p:spPr>
          <a:xfrm>
            <a:off x="2208582" y="1570800"/>
            <a:ext cx="4716000" cy="251817"/>
          </a:xfrm>
          <a:prstGeom prst="rect">
            <a:avLst/>
          </a:prstGeom>
          <a:solidFill>
            <a:schemeClr val="accent1"/>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Arial" panose="020B0604020202020204"/>
                <a:ea typeface="+mn-ea"/>
                <a:cs typeface="+mn-cs"/>
              </a:rPr>
              <a:t>IAM</a:t>
            </a:r>
          </a:p>
        </p:txBody>
      </p:sp>
      <p:sp>
        <p:nvSpPr>
          <p:cNvPr id="44" name="TextBox 43">
            <a:extLst>
              <a:ext uri="{FF2B5EF4-FFF2-40B4-BE49-F238E27FC236}">
                <a16:creationId xmlns:a16="http://schemas.microsoft.com/office/drawing/2014/main" id="{B4C543D1-DDE2-4554-7915-CCDE0FD847C9}"/>
              </a:ext>
            </a:extLst>
          </p:cNvPr>
          <p:cNvSpPr txBox="1"/>
          <p:nvPr/>
        </p:nvSpPr>
        <p:spPr>
          <a:xfrm>
            <a:off x="7038572" y="1570800"/>
            <a:ext cx="4716000" cy="251817"/>
          </a:xfrm>
          <a:prstGeom prst="rect">
            <a:avLst/>
          </a:prstGeom>
          <a:solidFill>
            <a:schemeClr val="accent1"/>
          </a:solidFill>
        </p:spPr>
        <p:txBody>
          <a:bodyPr wrap="square" anchor="ctr">
            <a:noAutofit/>
          </a:bodyPr>
          <a:lstStyle>
            <a:defPPr>
              <a:defRPr lang="en-US"/>
            </a:defPPr>
            <a:lvl1pPr algn="ctr">
              <a:defRPr sz="14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Arial" panose="020B0604020202020204"/>
                <a:ea typeface="+mn-ea"/>
                <a:cs typeface="+mn-cs"/>
              </a:rPr>
              <a:t>Equipo de soporte especializado</a:t>
            </a:r>
          </a:p>
        </p:txBody>
      </p:sp>
      <p:sp>
        <p:nvSpPr>
          <p:cNvPr id="19" name="TextBox 18">
            <a:extLst>
              <a:ext uri="{FF2B5EF4-FFF2-40B4-BE49-F238E27FC236}">
                <a16:creationId xmlns:a16="http://schemas.microsoft.com/office/drawing/2014/main" id="{B35C8546-EC71-675B-6944-A5A40DD6D564}"/>
              </a:ext>
            </a:extLst>
          </p:cNvPr>
          <p:cNvSpPr txBox="1"/>
          <p:nvPr/>
        </p:nvSpPr>
        <p:spPr>
          <a:xfrm>
            <a:off x="2170081" y="1831524"/>
            <a:ext cx="4800934" cy="1131888"/>
          </a:xfrm>
          <a:prstGeom prst="rect">
            <a:avLst/>
          </a:prstGeom>
          <a:noFill/>
          <a:ln>
            <a:noFill/>
          </a:ln>
        </p:spPr>
        <p:txBody>
          <a:bodyPr wrap="square" anchor="t">
            <a:noAutofit/>
          </a:bodyPr>
          <a:lstStyle/>
          <a:p>
            <a:pPr marL="182563" marR="0" lvl="1"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1x Rol: Responsable del canal integrador durante todo el proceso e2e,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liderando la coordinación comercial y operativa, el </a:t>
            </a:r>
            <a:r>
              <a:rPr kumimoji="0" lang="es-ES_tradnl" sz="1000" b="0" i="0" u="none" strike="noStrike" kern="1200" cap="none" spc="0" normalizeH="0" baseline="0" noProof="0" err="1">
                <a:ln>
                  <a:noFill/>
                </a:ln>
                <a:solidFill>
                  <a:srgbClr val="000000"/>
                </a:solidFill>
                <a:effectLst/>
                <a:uLnTx/>
                <a:uFillTx/>
                <a:latin typeface="Arial" panose="020B0604020202020204"/>
                <a:ea typeface="+mn-ea"/>
                <a:cs typeface="+mn-cs"/>
              </a:rPr>
              <a:t>onboarding</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 y la derivación al canal de soporte adecuado según la tipología de operación</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1 FTE interno.</a:t>
            </a:r>
          </a:p>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s-ES_tradnl" sz="4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00" b="0" i="1" u="none" strike="noStrike" kern="1200" cap="none" spc="0" normalizeH="0" baseline="0" noProof="0">
                <a:ln>
                  <a:noFill/>
                </a:ln>
                <a:solidFill>
                  <a:srgbClr val="000000"/>
                </a:solidFill>
                <a:effectLst/>
                <a:uLnTx/>
                <a:uFillTx/>
                <a:latin typeface="Arial" panose="020B0604020202020204"/>
                <a:ea typeface="+mn-ea"/>
                <a:cs typeface="+mn-cs"/>
              </a:rPr>
              <a:t>Se compartirá correo, </a:t>
            </a:r>
            <a:r>
              <a:rPr kumimoji="0" lang="es-ES_tradnl" sz="1000" b="0" i="1" u="none" strike="noStrike" kern="1200" cap="none" spc="0" normalizeH="0" baseline="0" noProof="0" err="1">
                <a:ln>
                  <a:noFill/>
                </a:ln>
                <a:solidFill>
                  <a:srgbClr val="000000"/>
                </a:solidFill>
                <a:effectLst/>
                <a:uLnTx/>
                <a:uFillTx/>
                <a:latin typeface="Arial" panose="020B0604020202020204"/>
                <a:ea typeface="+mn-ea"/>
                <a:cs typeface="+mn-cs"/>
              </a:rPr>
              <a:t>teams</a:t>
            </a:r>
            <a:r>
              <a:rPr kumimoji="0" lang="es-ES_tradnl" sz="1000" b="0" i="1" u="none" strike="noStrike" kern="1200" cap="none" spc="0" normalizeH="0" baseline="0" noProof="0">
                <a:ln>
                  <a:noFill/>
                </a:ln>
                <a:solidFill>
                  <a:srgbClr val="000000"/>
                </a:solidFill>
                <a:effectLst/>
                <a:uLnTx/>
                <a:uFillTx/>
                <a:latin typeface="Arial" panose="020B0604020202020204"/>
                <a:ea typeface="+mn-ea"/>
                <a:cs typeface="+mn-cs"/>
              </a:rPr>
              <a:t> y teléfono de IAM con el integrador</a:t>
            </a:r>
          </a:p>
        </p:txBody>
      </p:sp>
      <p:sp>
        <p:nvSpPr>
          <p:cNvPr id="20" name="TextBox 19">
            <a:extLst>
              <a:ext uri="{FF2B5EF4-FFF2-40B4-BE49-F238E27FC236}">
                <a16:creationId xmlns:a16="http://schemas.microsoft.com/office/drawing/2014/main" id="{C0CDB93C-2E54-BC96-D5D6-9985E5370126}"/>
              </a:ext>
            </a:extLst>
          </p:cNvPr>
          <p:cNvSpPr txBox="1"/>
          <p:nvPr/>
        </p:nvSpPr>
        <p:spPr>
          <a:xfrm>
            <a:off x="7005566" y="1831524"/>
            <a:ext cx="4800934" cy="1131888"/>
          </a:xfrm>
          <a:prstGeom prst="rect">
            <a:avLst/>
          </a:prstGeom>
          <a:noFill/>
          <a:ln>
            <a:noFill/>
          </a:ln>
        </p:spPr>
        <p:txBody>
          <a:bodyPr wrap="square" anchor="t">
            <a:noAutofit/>
          </a:bodyPr>
          <a:lstStyle>
            <a:defPPr>
              <a:defRPr lang="en-US"/>
            </a:defPPr>
            <a:lvl1pPr marL="285750" indent="-285750">
              <a:buFont typeface="Arial" panose="020B0604020202020204" pitchFamily="34" charset="0"/>
              <a:buChar char="•"/>
              <a:defRPr sz="1100"/>
            </a:lvl1p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effectLst/>
                <a:uLnTx/>
                <a:uFillTx/>
                <a:latin typeface="Arial" panose="020B0604020202020204"/>
                <a:ea typeface="+mn-ea"/>
                <a:cs typeface="+mn-cs"/>
              </a:rPr>
              <a:t>Equipo de Soporte temporal NTT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en fase inicial para formación, uso de herramientas (Signa/Mundo B2B) y resolución de dudas operativas iniciales / peticiones BOC, con el objetivo de que el integrador alcance autonomía en 1 a 3 meses</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 </a:t>
            </a:r>
            <a:r>
              <a:rPr kumimoji="0" lang="es-ES_tradnl" sz="100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FTEs</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externos.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sz="1000" b="1">
                <a:solidFill>
                  <a:srgbClr val="000000"/>
                </a:solidFill>
                <a:latin typeface="Arial" panose="020B0604020202020204"/>
              </a:rPr>
              <a:t>Equipo de Alicia </a:t>
            </a:r>
            <a:r>
              <a:rPr kumimoji="0" lang="es-ES" sz="1000" b="0" i="0" u="none" strike="noStrike" kern="1200" cap="none" spc="0" normalizeH="0" baseline="0" noProof="0">
                <a:ln>
                  <a:noFill/>
                </a:ln>
                <a:solidFill>
                  <a:srgbClr val="000000"/>
                </a:solidFill>
                <a:effectLst/>
                <a:uLnTx/>
                <a:uFillTx/>
                <a:latin typeface="Arial" panose="020B0604020202020204"/>
                <a:ea typeface="+mn-ea"/>
                <a:cs typeface="+mn-cs"/>
              </a:rPr>
              <a:t>para peticiones durante provisión / instalación mediante formulario de escalado</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1 FTE</a:t>
            </a:r>
            <a:r>
              <a:rPr kumimoji="0" lang="es-ES_tradnl" sz="1000" b="0" i="0" u="none" strike="noStrike" kern="1200" cap="none" spc="0" normalizeH="0" baseline="30000" noProof="0">
                <a:ln>
                  <a:noFill/>
                </a:ln>
                <a:solidFill>
                  <a:srgbClr val="000000">
                    <a:lumMod val="50000"/>
                    <a:lumOff val="50000"/>
                  </a:srgbClr>
                </a:solidFill>
                <a:effectLst/>
                <a:uLnTx/>
                <a:uFillTx/>
                <a:latin typeface="Arial" panose="020B0604020202020204"/>
                <a:ea typeface="+mn-ea"/>
                <a:cs typeface="+mn-cs"/>
              </a:rPr>
              <a:t>1</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interno.</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1" i="0" u="none" strike="noStrike" kern="1200" cap="none" spc="0" normalizeH="0" baseline="0" noProof="0">
                <a:ln>
                  <a:noFill/>
                </a:ln>
                <a:solidFill>
                  <a:srgbClr val="000000"/>
                </a:solidFill>
                <a:effectLst/>
                <a:uLnTx/>
                <a:uFillTx/>
                <a:latin typeface="Arial" panose="020B0604020202020204"/>
                <a:ea typeface="+mn-ea"/>
                <a:cs typeface="+mn-cs"/>
              </a:rPr>
              <a:t>Equipo </a:t>
            </a:r>
            <a:r>
              <a:rPr kumimoji="0" lang="es-ES" sz="1000" b="1" i="0" u="none" strike="noStrike" kern="1200" cap="none" spc="0" normalizeH="0" baseline="0" noProof="0" err="1">
                <a:ln>
                  <a:noFill/>
                </a:ln>
                <a:solidFill>
                  <a:srgbClr val="000000"/>
                </a:solidFill>
                <a:effectLst/>
                <a:uLnTx/>
                <a:uFillTx/>
                <a:latin typeface="Arial" panose="020B0604020202020204"/>
                <a:ea typeface="+mn-ea"/>
                <a:cs typeface="+mn-cs"/>
              </a:rPr>
              <a:t>Kleber</a:t>
            </a:r>
            <a:r>
              <a:rPr kumimoji="0" lang="es-ES" sz="1000" b="1"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s-ES" sz="1000" b="0" i="0" u="none" strike="noStrike" kern="1200" cap="none" spc="0" normalizeH="0" baseline="0" noProof="0">
                <a:ln>
                  <a:noFill/>
                </a:ln>
                <a:solidFill>
                  <a:srgbClr val="000000"/>
                </a:solidFill>
                <a:effectLst/>
                <a:uLnTx/>
                <a:uFillTx/>
                <a:latin typeface="Arial" panose="020B0604020202020204"/>
                <a:ea typeface="+mn-ea"/>
                <a:cs typeface="+mn-cs"/>
              </a:rPr>
              <a:t>como soporte de preventa para operaciones PYME con Conecta Empresas y Big Pyme </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a:t>
            </a:r>
            <a:r>
              <a:rPr kumimoji="0" lang="es-ES_tradnl" sz="100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FTEs</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a:t>
            </a:r>
            <a:r>
              <a:rPr kumimoji="0" lang="es-ES_tradnl" sz="100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Kleber</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a:t>
            </a:r>
            <a:endParaRPr kumimoji="0" lang="es-ES" sz="10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s-ES_tradnl" sz="400" b="0" i="1"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s-ES_tradnl" sz="1000" b="0" i="1" u="none" strike="noStrike" kern="1200" cap="none" spc="0" normalizeH="0" baseline="0" noProof="0">
                <a:ln>
                  <a:noFill/>
                </a:ln>
                <a:solidFill>
                  <a:srgbClr val="000000"/>
                </a:solidFill>
                <a:effectLst/>
                <a:uLnTx/>
                <a:uFillTx/>
                <a:latin typeface="Arial" panose="020B0604020202020204"/>
                <a:ea typeface="+mn-ea"/>
                <a:cs typeface="+mn-cs"/>
              </a:rPr>
              <a:t>Se compartirá correo, </a:t>
            </a:r>
            <a:r>
              <a:rPr kumimoji="0" lang="es-ES_tradnl" sz="1000" b="0" i="1" u="none" strike="noStrike" kern="1200" cap="none" spc="0" normalizeH="0" baseline="0" noProof="0" err="1">
                <a:ln>
                  <a:noFill/>
                </a:ln>
                <a:solidFill>
                  <a:srgbClr val="000000"/>
                </a:solidFill>
                <a:effectLst/>
                <a:uLnTx/>
                <a:uFillTx/>
                <a:latin typeface="Arial" panose="020B0604020202020204"/>
                <a:ea typeface="+mn-ea"/>
                <a:cs typeface="+mn-cs"/>
              </a:rPr>
              <a:t>teams</a:t>
            </a:r>
            <a:r>
              <a:rPr kumimoji="0" lang="es-ES_tradnl" sz="1000" b="0" i="1" u="none" strike="noStrike" kern="1200" cap="none" spc="0" normalizeH="0" baseline="0" noProof="0">
                <a:ln>
                  <a:noFill/>
                </a:ln>
                <a:solidFill>
                  <a:srgbClr val="000000"/>
                </a:solidFill>
                <a:effectLst/>
                <a:uLnTx/>
                <a:uFillTx/>
                <a:latin typeface="Arial" panose="020B0604020202020204"/>
                <a:ea typeface="+mn-ea"/>
                <a:cs typeface="+mn-cs"/>
              </a:rPr>
              <a:t> y teléfono del equipo de soporte con el integrador</a:t>
            </a:r>
          </a:p>
        </p:txBody>
      </p:sp>
      <p:sp>
        <p:nvSpPr>
          <p:cNvPr id="21" name="Rectángulo: esquinas redondeadas 6">
            <a:extLst>
              <a:ext uri="{FF2B5EF4-FFF2-40B4-BE49-F238E27FC236}">
                <a16:creationId xmlns:a16="http://schemas.microsoft.com/office/drawing/2014/main" id="{B42FF6E7-E960-FB67-7CA9-773E4011218B}"/>
              </a:ext>
            </a:extLst>
          </p:cNvPr>
          <p:cNvSpPr/>
          <p:nvPr/>
        </p:nvSpPr>
        <p:spPr>
          <a:xfrm>
            <a:off x="323558" y="1831524"/>
            <a:ext cx="1798176" cy="702814"/>
          </a:xfrm>
          <a:prstGeom prst="roundRect">
            <a:avLst>
              <a:gd name="adj" fmla="val 0"/>
            </a:avLst>
          </a:prstGeom>
          <a:solidFill>
            <a:schemeClr val="bg1"/>
          </a:solidFill>
          <a:ln w="6350" cap="sq">
            <a:no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Rol</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1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Descripción</a:t>
            </a:r>
            <a:endParaRPr kumimoji="0" lang="es-ES_tradnl"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5" name="Rectángulo: esquinas redondeadas 6">
            <a:extLst>
              <a:ext uri="{FF2B5EF4-FFF2-40B4-BE49-F238E27FC236}">
                <a16:creationId xmlns:a16="http://schemas.microsoft.com/office/drawing/2014/main" id="{91C43365-B3F4-40DD-0621-05395B1F4031}"/>
              </a:ext>
            </a:extLst>
          </p:cNvPr>
          <p:cNvSpPr/>
          <p:nvPr/>
        </p:nvSpPr>
        <p:spPr>
          <a:xfrm>
            <a:off x="323558" y="3373323"/>
            <a:ext cx="1798176" cy="736288"/>
          </a:xfrm>
          <a:prstGeom prst="roundRect">
            <a:avLst>
              <a:gd name="adj" fmla="val 0"/>
            </a:avLst>
          </a:prstGeom>
          <a:solidFill>
            <a:schemeClr val="bg1"/>
          </a:solidFill>
          <a:ln w="6350" cap="sq">
            <a:no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Ambos modelos </a:t>
            </a:r>
            <a:r>
              <a:rPr kumimoji="0" lang="es-ES_tradnl" sz="11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Principales tareas</a:t>
            </a:r>
            <a:endParaRPr kumimoji="0" lang="es-ES_tradnl" sz="11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8F58985A-65C9-9E79-7414-C1DDEBF7271C}"/>
              </a:ext>
            </a:extLst>
          </p:cNvPr>
          <p:cNvSpPr txBox="1"/>
          <p:nvPr/>
        </p:nvSpPr>
        <p:spPr>
          <a:xfrm>
            <a:off x="2170081" y="3373323"/>
            <a:ext cx="4800934" cy="736288"/>
          </a:xfrm>
          <a:prstGeom prst="rect">
            <a:avLst/>
          </a:prstGeom>
          <a:noFill/>
          <a:ln>
            <a:noFill/>
          </a:ln>
        </p:spPr>
        <p:txBody>
          <a:bodyPr wrap="square" anchor="t">
            <a:no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Coordinación y captación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integradores.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Sesiones 1:1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online.</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Sesión </a:t>
            </a:r>
            <a:r>
              <a:rPr kumimoji="0" lang="es-ES_tradnl" sz="1000" b="1" i="0" u="none" strike="noStrike" kern="1200" cap="none" spc="0" normalizeH="0" baseline="0" noProof="0" err="1">
                <a:ln>
                  <a:noFill/>
                </a:ln>
                <a:solidFill>
                  <a:srgbClr val="000000"/>
                </a:solidFill>
                <a:effectLst/>
                <a:uLnTx/>
                <a:uFillTx/>
                <a:latin typeface="Arial" panose="020B0604020202020204"/>
                <a:ea typeface="+mn-ea"/>
                <a:cs typeface="+mn-cs"/>
              </a:rPr>
              <a:t>Kick</a:t>
            </a: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 Off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con Ventas Directas.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Solicitud y recolección de </a:t>
            </a: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documentación contractual</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1" name="TextBox 10">
            <a:extLst>
              <a:ext uri="{FF2B5EF4-FFF2-40B4-BE49-F238E27FC236}">
                <a16:creationId xmlns:a16="http://schemas.microsoft.com/office/drawing/2014/main" id="{B40260DF-12F1-B8B8-DA08-8DC5AF9976CB}"/>
              </a:ext>
            </a:extLst>
          </p:cNvPr>
          <p:cNvSpPr txBox="1"/>
          <p:nvPr/>
        </p:nvSpPr>
        <p:spPr>
          <a:xfrm>
            <a:off x="2170081" y="4045557"/>
            <a:ext cx="4800934" cy="786117"/>
          </a:xfrm>
          <a:prstGeom prst="rect">
            <a:avLst/>
          </a:prstGeom>
          <a:noFill/>
          <a:ln>
            <a:noFill/>
          </a:ln>
        </p:spPr>
        <p:txBody>
          <a:bodyPr wrap="square" anchor="t">
            <a:no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Seguimiento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visitas comerciales, ofertas y ventas.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Alta de integradores en </a:t>
            </a:r>
            <a:r>
              <a:rPr kumimoji="0" lang="es-ES_tradnl" sz="1000" b="1" i="0" u="none" strike="noStrike" kern="1200" cap="none" spc="0" normalizeH="0" baseline="0" noProof="0" err="1">
                <a:ln>
                  <a:noFill/>
                </a:ln>
                <a:solidFill>
                  <a:srgbClr val="000000"/>
                </a:solidFill>
                <a:effectLst/>
                <a:uLnTx/>
                <a:uFillTx/>
                <a:latin typeface="Arial" panose="020B0604020202020204"/>
                <a:ea typeface="+mn-ea"/>
                <a:cs typeface="+mn-cs"/>
              </a:rPr>
              <a:t>MyProc</a:t>
            </a: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(proveedores sin pedido).</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Coordinación del pago de comisiones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al integrador, con apoyo de </a:t>
            </a:r>
            <a:r>
              <a:rPr kumimoji="0" lang="es-ES_tradnl" sz="1000" b="0" i="0" u="none" strike="noStrike" kern="1200" cap="none" spc="0" normalizeH="0" baseline="0" noProof="0" err="1">
                <a:ln>
                  <a:noFill/>
                </a:ln>
                <a:solidFill>
                  <a:srgbClr val="000000"/>
                </a:solidFill>
                <a:effectLst/>
                <a:uLnTx/>
                <a:uFillTx/>
                <a:latin typeface="Arial" panose="020B0604020202020204"/>
                <a:ea typeface="+mn-ea"/>
                <a:cs typeface="+mn-cs"/>
              </a:rPr>
              <a:t>KAMs</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 (oferta) y equipo de Compras (facturas – Gema, Maria Encarnación).</a:t>
            </a:r>
          </a:p>
        </p:txBody>
      </p:sp>
      <p:sp>
        <p:nvSpPr>
          <p:cNvPr id="14" name="TextBox 13">
            <a:extLst>
              <a:ext uri="{FF2B5EF4-FFF2-40B4-BE49-F238E27FC236}">
                <a16:creationId xmlns:a16="http://schemas.microsoft.com/office/drawing/2014/main" id="{CA2B4BD6-4463-A551-6260-B0ADADFD245E}"/>
              </a:ext>
            </a:extLst>
          </p:cNvPr>
          <p:cNvSpPr txBox="1"/>
          <p:nvPr/>
        </p:nvSpPr>
        <p:spPr>
          <a:xfrm>
            <a:off x="2176431" y="4674031"/>
            <a:ext cx="4800934" cy="1506539"/>
          </a:xfrm>
          <a:prstGeom prst="rect">
            <a:avLst/>
          </a:prstGeom>
          <a:noFill/>
          <a:ln>
            <a:noFill/>
          </a:ln>
        </p:spPr>
        <p:txBody>
          <a:bodyPr wrap="square" anchor="t">
            <a:no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Soporte en la provisión / instalación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las operaciones, filtrando peticiones y escalando al equipo de Alicia mediante el formulario cuando sea necesario</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Coordinación de reuniones de seguimiento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comercial con los integradores y </a:t>
            </a:r>
            <a:r>
              <a:rPr kumimoji="0" lang="es-ES_tradnl" sz="1000" b="0" i="0" u="none" strike="noStrike" kern="1200" cap="none" spc="0" normalizeH="0" baseline="0" noProof="0" err="1">
                <a:ln>
                  <a:noFill/>
                </a:ln>
                <a:solidFill>
                  <a:srgbClr val="000000"/>
                </a:solidFill>
                <a:effectLst/>
                <a:uLnTx/>
                <a:uFillTx/>
                <a:latin typeface="Arial" panose="020B0604020202020204"/>
                <a:ea typeface="+mn-ea"/>
                <a:cs typeface="+mn-cs"/>
              </a:rPr>
              <a:t>Didac</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Introducción a las </a:t>
            </a: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herramientas y contenidos formativos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a:t>
            </a:r>
            <a:r>
              <a:rPr kumimoji="0" lang="es-ES_tradnl" sz="1000" b="0" i="0" u="none" strike="noStrike" kern="1200" cap="none" spc="0" normalizeH="0" baseline="0" noProof="0" err="1">
                <a:ln>
                  <a:noFill/>
                </a:ln>
                <a:solidFill>
                  <a:srgbClr val="000000"/>
                </a:solidFill>
                <a:effectLst/>
                <a:uLnTx/>
                <a:uFillTx/>
                <a:latin typeface="Arial" panose="020B0604020202020204"/>
                <a:ea typeface="+mn-ea"/>
                <a:cs typeface="+mn-cs"/>
              </a:rPr>
              <a:t>MasOrange</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Seguimiento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las ofertas y ventas.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Seguimiento del pago de comisiones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y coordinación con equipo de Finanzas (Natalia, </a:t>
            </a:r>
            <a:r>
              <a:rPr kumimoji="0" lang="es-ES_tradnl" sz="1000" b="0" i="0" u="none" strike="noStrike" kern="1200" cap="none" spc="0" normalizeH="0" baseline="0" noProof="0" err="1">
                <a:ln>
                  <a:noFill/>
                </a:ln>
                <a:solidFill>
                  <a:srgbClr val="000000"/>
                </a:solidFill>
                <a:effectLst/>
                <a:uLnTx/>
                <a:uFillTx/>
                <a:latin typeface="Arial" panose="020B0604020202020204"/>
                <a:ea typeface="+mn-ea"/>
                <a:cs typeface="+mn-cs"/>
              </a:rPr>
              <a:t>Criselda</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sz="1000" b="1">
                <a:solidFill>
                  <a:srgbClr val="000000"/>
                </a:solidFill>
                <a:latin typeface="Arial" panose="020B0604020202020204"/>
              </a:rPr>
              <a:t>Refuerzo con el integrador </a:t>
            </a:r>
            <a:r>
              <a:rPr lang="es-ES_tradnl" sz="1000">
                <a:solidFill>
                  <a:srgbClr val="000000"/>
                </a:solidFill>
                <a:latin typeface="Arial" panose="020B0604020202020204"/>
              </a:rPr>
              <a:t>del uso del </a:t>
            </a:r>
            <a:r>
              <a:rPr lang="es-ES_tradnl" sz="1000" b="1">
                <a:solidFill>
                  <a:srgbClr val="000000"/>
                </a:solidFill>
                <a:latin typeface="Arial" panose="020B0604020202020204"/>
              </a:rPr>
              <a:t>canal ATAC </a:t>
            </a:r>
            <a:r>
              <a:rPr lang="es-ES_tradnl" sz="1000">
                <a:solidFill>
                  <a:srgbClr val="000000"/>
                </a:solidFill>
                <a:latin typeface="Arial" panose="020B0604020202020204"/>
              </a:rPr>
              <a:t>para soporte cuando las operaciones estén en provisión / instalación, así como uso </a:t>
            </a:r>
            <a:r>
              <a:rPr lang="es-ES_tradnl" sz="1000" b="1">
                <a:solidFill>
                  <a:srgbClr val="000000"/>
                </a:solidFill>
                <a:latin typeface="Arial" panose="020B0604020202020204"/>
              </a:rPr>
              <a:t>de formularios específicos de soporte (infancia, provisión y tramitación SOHO)</a:t>
            </a:r>
            <a:endPar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7" name="Rectángulo: esquinas redondeadas 6">
            <a:extLst>
              <a:ext uri="{FF2B5EF4-FFF2-40B4-BE49-F238E27FC236}">
                <a16:creationId xmlns:a16="http://schemas.microsoft.com/office/drawing/2014/main" id="{EAAC42BD-C6AC-A13F-44E0-34F934B02576}"/>
              </a:ext>
            </a:extLst>
          </p:cNvPr>
          <p:cNvSpPr/>
          <p:nvPr/>
        </p:nvSpPr>
        <p:spPr>
          <a:xfrm>
            <a:off x="323558" y="4045557"/>
            <a:ext cx="1798176" cy="786117"/>
          </a:xfrm>
          <a:prstGeom prst="roundRect">
            <a:avLst>
              <a:gd name="adj" fmla="val 0"/>
            </a:avLst>
          </a:prstGeom>
          <a:solidFill>
            <a:schemeClr val="bg1"/>
          </a:solidFill>
          <a:ln w="6350" cap="sq">
            <a:no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Modelo </a:t>
            </a:r>
            <a:r>
              <a:rPr kumimoji="0" lang="es-ES_tradnl" sz="1400" b="1" i="0" u="none" strike="noStrike" kern="1200" cap="none" spc="0" normalizeH="0" baseline="0" noProof="0" err="1">
                <a:ln>
                  <a:noFill/>
                </a:ln>
                <a:solidFill>
                  <a:srgbClr val="000000">
                    <a:lumMod val="95000"/>
                    <a:lumOff val="5000"/>
                  </a:srgbClr>
                </a:solidFill>
                <a:effectLst/>
                <a:uLnTx/>
                <a:uFillTx/>
                <a:latin typeface="Arial" panose="020B0604020202020204"/>
                <a:ea typeface="+mn-ea"/>
                <a:cs typeface="+mn-cs"/>
              </a:rPr>
              <a:t>Leadgen</a:t>
            </a: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 </a:t>
            </a:r>
            <a:r>
              <a:rPr kumimoji="0" lang="es-ES_tradnl" sz="11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Principales tareas</a:t>
            </a:r>
            <a:endParaRPr kumimoji="0" lang="es-ES_tradnl" sz="11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48" name="Rectángulo: esquinas redondeadas 6">
            <a:extLst>
              <a:ext uri="{FF2B5EF4-FFF2-40B4-BE49-F238E27FC236}">
                <a16:creationId xmlns:a16="http://schemas.microsoft.com/office/drawing/2014/main" id="{85313ACC-517D-1F34-F988-B953A4E34AA5}"/>
              </a:ext>
            </a:extLst>
          </p:cNvPr>
          <p:cNvSpPr/>
          <p:nvPr/>
        </p:nvSpPr>
        <p:spPr>
          <a:xfrm>
            <a:off x="323558" y="4674031"/>
            <a:ext cx="1798176" cy="1066898"/>
          </a:xfrm>
          <a:prstGeom prst="roundRect">
            <a:avLst>
              <a:gd name="adj" fmla="val 0"/>
            </a:avLst>
          </a:prstGeom>
          <a:solidFill>
            <a:schemeClr val="bg1"/>
          </a:solidFill>
          <a:ln w="6350" cap="sq">
            <a:no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Modelo </a:t>
            </a:r>
            <a:r>
              <a:rPr kumimoji="0" lang="es-ES_tradnl" sz="1400" b="1" i="0" u="none" strike="noStrike" kern="1200" cap="none" spc="0" normalizeH="0" baseline="0" noProof="0" err="1">
                <a:ln>
                  <a:noFill/>
                </a:ln>
                <a:solidFill>
                  <a:srgbClr val="000000">
                    <a:lumMod val="95000"/>
                    <a:lumOff val="5000"/>
                  </a:srgbClr>
                </a:solidFill>
                <a:effectLst/>
                <a:uLnTx/>
                <a:uFillTx/>
                <a:latin typeface="Arial" panose="020B0604020202020204"/>
                <a:ea typeface="+mn-ea"/>
                <a:cs typeface="+mn-cs"/>
              </a:rPr>
              <a:t>Partner</a:t>
            </a: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 Autorizado</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1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Principales tareas</a:t>
            </a:r>
            <a:endParaRPr kumimoji="0" lang="es-ES_tradnl" sz="11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50" name="TextBox 49">
            <a:extLst>
              <a:ext uri="{FF2B5EF4-FFF2-40B4-BE49-F238E27FC236}">
                <a16:creationId xmlns:a16="http://schemas.microsoft.com/office/drawing/2014/main" id="{F36CE07C-FD5A-3E62-EF7E-55C1A17DDBEB}"/>
              </a:ext>
            </a:extLst>
          </p:cNvPr>
          <p:cNvSpPr txBox="1"/>
          <p:nvPr/>
        </p:nvSpPr>
        <p:spPr>
          <a:xfrm>
            <a:off x="7005566" y="4045557"/>
            <a:ext cx="4800934" cy="786117"/>
          </a:xfrm>
          <a:prstGeom prst="rect">
            <a:avLst/>
          </a:prstGeom>
          <a:noFill/>
          <a:ln>
            <a:noFill/>
          </a:ln>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00" b="1"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Soporte según necesidad (</a:t>
            </a:r>
            <a:r>
              <a:rPr kumimoji="0" lang="es-ES_tradnl" sz="1000" b="1" i="1"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e.g</a:t>
            </a:r>
            <a:r>
              <a:rPr kumimoji="0" lang="es-ES_tradnl" sz="1000" b="1"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dudas sobre la provisión)</a:t>
            </a:r>
          </a:p>
        </p:txBody>
      </p:sp>
      <p:sp>
        <p:nvSpPr>
          <p:cNvPr id="51" name="TextBox 50">
            <a:extLst>
              <a:ext uri="{FF2B5EF4-FFF2-40B4-BE49-F238E27FC236}">
                <a16:creationId xmlns:a16="http://schemas.microsoft.com/office/drawing/2014/main" id="{D2B3617D-C0A8-49AA-744C-DBD481E4FD78}"/>
              </a:ext>
            </a:extLst>
          </p:cNvPr>
          <p:cNvSpPr txBox="1"/>
          <p:nvPr/>
        </p:nvSpPr>
        <p:spPr>
          <a:xfrm>
            <a:off x="7005565" y="4674031"/>
            <a:ext cx="4715999" cy="1602247"/>
          </a:xfrm>
          <a:prstGeom prst="rect">
            <a:avLst/>
          </a:prstGeom>
          <a:noFill/>
          <a:ln>
            <a:noFill/>
          </a:ln>
        </p:spPr>
        <p:txBody>
          <a:bodyPr wrap="square" anchor="t">
            <a:no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Soporte </a:t>
            </a:r>
            <a:r>
              <a:rPr lang="es-ES_tradnl" sz="1000" b="1">
                <a:solidFill>
                  <a:srgbClr val="000000"/>
                </a:solidFill>
                <a:latin typeface="Arial" panose="020B0604020202020204"/>
              </a:rPr>
              <a:t>a herramientas y peticiones BOC </a:t>
            </a:r>
            <a:r>
              <a:rPr lang="es-ES_tradnl" sz="1000">
                <a:solidFill>
                  <a:srgbClr val="000000"/>
                </a:solidFill>
                <a:latin typeface="Arial" panose="020B0604020202020204"/>
              </a:rPr>
              <a:t>en fase inicial mediante formularios de apoyo a la infancias gestionados por NTT</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Soporte durante provisión / instalación </a:t>
            </a:r>
            <a:r>
              <a:rPr kumimoji="0" lang="es-ES_tradnl" sz="1000" i="0" u="none" strike="noStrike" kern="1200" cap="none" spc="0" normalizeH="0" baseline="0" noProof="0">
                <a:ln>
                  <a:noFill/>
                </a:ln>
                <a:solidFill>
                  <a:srgbClr val="000000"/>
                </a:solidFill>
                <a:effectLst/>
                <a:uLnTx/>
                <a:uFillTx/>
                <a:latin typeface="Arial" panose="020B0604020202020204"/>
                <a:ea typeface="+mn-ea"/>
                <a:cs typeface="+mn-cs"/>
              </a:rPr>
              <a:t>a través de formulario </a:t>
            </a:r>
            <a:r>
              <a:rPr lang="es-ES_tradnl" sz="1000">
                <a:solidFill>
                  <a:srgbClr val="000000"/>
                </a:solidFill>
                <a:latin typeface="Arial" panose="020B0604020202020204"/>
              </a:rPr>
              <a:t>específicos de dudas operativas escalado al equipo de Alicia</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sz="1000" b="1">
                <a:solidFill>
                  <a:srgbClr val="000000"/>
                </a:solidFill>
                <a:latin typeface="Arial" panose="020B0604020202020204"/>
              </a:rPr>
              <a:t>Soporte preventa </a:t>
            </a:r>
            <a:r>
              <a:rPr lang="es-ES_tradnl" sz="1000">
                <a:solidFill>
                  <a:srgbClr val="000000"/>
                </a:solidFill>
                <a:latin typeface="Arial" panose="020B0604020202020204"/>
              </a:rPr>
              <a:t>para operaciones PYME con Conecta Empresas y/o Big Pyme a través del circuito habilitado</a:t>
            </a:r>
          </a:p>
          <a:p>
            <a:pPr marL="182563" lvl="0" indent="-182563">
              <a:buFont typeface="Arial" panose="020B0604020202020204" pitchFamily="34" charset="0"/>
              <a:buChar char="•"/>
              <a:defRPr/>
            </a:pPr>
            <a:r>
              <a:rPr lang="es-ES_tradnl" sz="1000">
                <a:solidFill>
                  <a:srgbClr val="000000"/>
                </a:solidFill>
                <a:latin typeface="Arial" panose="020B0604020202020204"/>
              </a:rPr>
              <a:t> </a:t>
            </a:r>
            <a:r>
              <a:rPr lang="es-ES_tradnl" sz="1000" b="1">
                <a:solidFill>
                  <a:srgbClr val="000000"/>
                </a:solidFill>
              </a:rPr>
              <a:t>Soporte operativo y postventa mediante canales habilitados</a:t>
            </a:r>
            <a:r>
              <a:rPr lang="es-ES_tradnl" sz="1000">
                <a:solidFill>
                  <a:srgbClr val="000000"/>
                </a:solidFill>
              </a:rPr>
              <a:t>:</a:t>
            </a:r>
          </a:p>
          <a:p>
            <a:pPr marL="355600" lvl="2" indent="-173038">
              <a:buFont typeface="Courier New" panose="02070309020205020404" pitchFamily="49" charset="0"/>
              <a:buChar char="o"/>
              <a:defRPr/>
            </a:pPr>
            <a:r>
              <a:rPr lang="es-ES_tradnl" sz="1000">
                <a:solidFill>
                  <a:srgbClr val="000000"/>
                </a:solidFill>
              </a:rPr>
              <a:t>SOHO: PANGEA, 2239 (opción 2-2-2) y 1471. Tramitación operativa SOHO mediante formularios de solicitud a </a:t>
            </a:r>
            <a:r>
              <a:rPr lang="es-ES_tradnl" sz="1000" err="1">
                <a:solidFill>
                  <a:srgbClr val="000000"/>
                </a:solidFill>
              </a:rPr>
              <a:t>Backoffice</a:t>
            </a:r>
            <a:endParaRPr lang="es-ES_tradnl" sz="1000">
              <a:solidFill>
                <a:srgbClr val="000000"/>
              </a:solidFill>
            </a:endParaRPr>
          </a:p>
          <a:p>
            <a:pPr marL="355600" lvl="2" indent="-173038">
              <a:buFont typeface="Courier New" panose="02070309020205020404" pitchFamily="49" charset="0"/>
              <a:buChar char="o"/>
              <a:defRPr/>
            </a:pPr>
            <a:r>
              <a:rPr lang="es-ES_tradnl" sz="1000">
                <a:solidFill>
                  <a:srgbClr val="000000"/>
                </a:solidFill>
              </a:rPr>
              <a:t>PYME: Portal DHO y 2239 (opción 2-2-3).</a:t>
            </a:r>
          </a:p>
          <a:p>
            <a:pPr marL="355600" lvl="2" indent="-173038">
              <a:buFont typeface="Courier New" panose="02070309020205020404" pitchFamily="49" charset="0"/>
              <a:buChar char="o"/>
              <a:defRPr/>
            </a:pPr>
            <a:r>
              <a:rPr lang="es-ES_tradnl" sz="1000">
                <a:solidFill>
                  <a:srgbClr val="000000"/>
                </a:solidFill>
              </a:rPr>
              <a:t>Ampliaciones: 1471 o preimpresos BOC</a:t>
            </a:r>
            <a:endParaRPr lang="es-ES_tradnl" sz="1000">
              <a:solidFill>
                <a:srgbClr val="000000"/>
              </a:solidFill>
              <a:latin typeface="Arial" panose="020B0604020202020204"/>
            </a:endParaRP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66FAF4C6-4D8B-6FA5-BA51-7CC5218D3313}"/>
              </a:ext>
            </a:extLst>
          </p:cNvPr>
          <p:cNvSpPr txBox="1"/>
          <p:nvPr/>
        </p:nvSpPr>
        <p:spPr>
          <a:xfrm>
            <a:off x="7005566" y="3373323"/>
            <a:ext cx="4800934" cy="736288"/>
          </a:xfrm>
          <a:prstGeom prst="rect">
            <a:avLst/>
          </a:prstGeom>
          <a:noFill/>
          <a:ln>
            <a:noFill/>
          </a:ln>
        </p:spPr>
        <p:txBody>
          <a:bodyPr wrap="square" anchor="ctr">
            <a:noAutofit/>
          </a:bodyPr>
          <a:lstStyle/>
          <a:p>
            <a:pPr marL="182563" lvl="0" indent="-182563">
              <a:buFont typeface="Arial" panose="020B0604020202020204" pitchFamily="34" charset="0"/>
              <a:buChar char="•"/>
              <a:defRPr/>
            </a:pPr>
            <a:r>
              <a:rPr lang="es-ES_tradnl" sz="1000" b="1">
                <a:solidFill>
                  <a:srgbClr val="000000"/>
                </a:solidFill>
              </a:rPr>
              <a:t>Soporte </a:t>
            </a:r>
            <a:r>
              <a:rPr lang="es-ES_tradnl" sz="1000">
                <a:solidFill>
                  <a:srgbClr val="000000"/>
                </a:solidFill>
              </a:rPr>
              <a:t>a herramientas y consultas operativas a través de los canales habilitados</a:t>
            </a:r>
          </a:p>
        </p:txBody>
      </p:sp>
      <p:cxnSp>
        <p:nvCxnSpPr>
          <p:cNvPr id="23" name="Straight Connector 22">
            <a:extLst>
              <a:ext uri="{FF2B5EF4-FFF2-40B4-BE49-F238E27FC236}">
                <a16:creationId xmlns:a16="http://schemas.microsoft.com/office/drawing/2014/main" id="{A6B36E81-5038-A2EE-1949-8B25A4163494}"/>
              </a:ext>
            </a:extLst>
          </p:cNvPr>
          <p:cNvCxnSpPr>
            <a:cxnSpLocks/>
          </p:cNvCxnSpPr>
          <p:nvPr/>
        </p:nvCxnSpPr>
        <p:spPr>
          <a:xfrm>
            <a:off x="637179" y="3370393"/>
            <a:ext cx="11196000" cy="0"/>
          </a:xfrm>
          <a:prstGeom prst="line">
            <a:avLst/>
          </a:prstGeom>
          <a:ln w="12700">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D67C6513-43ED-4CEE-2222-9F18DB8209DD}"/>
              </a:ext>
            </a:extLst>
          </p:cNvPr>
          <p:cNvCxnSpPr>
            <a:cxnSpLocks/>
          </p:cNvCxnSpPr>
          <p:nvPr/>
        </p:nvCxnSpPr>
        <p:spPr>
          <a:xfrm>
            <a:off x="637179" y="4053119"/>
            <a:ext cx="11196000" cy="1588"/>
          </a:xfrm>
          <a:prstGeom prst="line">
            <a:avLst/>
          </a:prstGeom>
          <a:ln w="12700">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5A3A6E2-1EB0-D196-7165-4B4BE5AD7C80}"/>
              </a:ext>
            </a:extLst>
          </p:cNvPr>
          <p:cNvCxnSpPr>
            <a:cxnSpLocks/>
          </p:cNvCxnSpPr>
          <p:nvPr/>
        </p:nvCxnSpPr>
        <p:spPr>
          <a:xfrm>
            <a:off x="637179" y="4720041"/>
            <a:ext cx="11196000" cy="1588"/>
          </a:xfrm>
          <a:prstGeom prst="line">
            <a:avLst/>
          </a:prstGeom>
          <a:ln w="12700">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3952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77728-0608-AA15-A595-29927C82F60C}"/>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1F37982E-1F28-D2F2-D3D8-EE492372BEB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1F37982E-1F28-D2F2-D3D8-EE492372BEB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3FEDFD7-9BC5-A245-FEAD-68339C08BA82}"/>
              </a:ext>
            </a:extLst>
          </p:cNvPr>
          <p:cNvSpPr>
            <a:spLocks noGrp="1"/>
          </p:cNvSpPr>
          <p:nvPr>
            <p:ph type="title"/>
          </p:nvPr>
        </p:nvSpPr>
        <p:spPr/>
        <p:txBody>
          <a:bodyPr vert="horz"/>
          <a:lstStyle/>
          <a:p>
            <a:r>
              <a:rPr lang="es-ES_tradnl" noProof="0"/>
              <a:t>Deep-dive: Soporte interno especializado e2e</a:t>
            </a:r>
          </a:p>
        </p:txBody>
      </p:sp>
      <p:sp>
        <p:nvSpPr>
          <p:cNvPr id="4" name="Subtitle 2">
            <a:extLst>
              <a:ext uri="{FF2B5EF4-FFF2-40B4-BE49-F238E27FC236}">
                <a16:creationId xmlns:a16="http://schemas.microsoft.com/office/drawing/2014/main" id="{BCB3668F-D421-6877-F995-B174C62B6D1D}"/>
              </a:ext>
            </a:extLst>
          </p:cNvPr>
          <p:cNvSpPr>
            <a:spLocks noGrp="1"/>
          </p:cNvSpPr>
          <p:nvPr>
            <p:ph type="subTitle" idx="13"/>
          </p:nvPr>
        </p:nvSpPr>
        <p:spPr>
          <a:xfrm>
            <a:off x="381000" y="860572"/>
            <a:ext cx="11430000" cy="553998"/>
          </a:xfrm>
        </p:spPr>
        <p:txBody>
          <a:bodyPr/>
          <a:lstStyle/>
          <a:p>
            <a:r>
              <a:rPr lang="es-ES_tradnl" noProof="0"/>
              <a:t>El IAM será el responsable del e2e, contando en la fase inicial con soporte temporal de NTT </a:t>
            </a:r>
            <a:r>
              <a:rPr lang="es-ES_tradnl"/>
              <a:t>para herramientas y peticiones BOC, y con escalado a canales internos específicos</a:t>
            </a:r>
            <a:endParaRPr lang="es-ES_tradnl" noProof="0"/>
          </a:p>
        </p:txBody>
      </p:sp>
      <p:sp>
        <p:nvSpPr>
          <p:cNvPr id="5" name="Arrow: Chevron 4">
            <a:extLst>
              <a:ext uri="{FF2B5EF4-FFF2-40B4-BE49-F238E27FC236}">
                <a16:creationId xmlns:a16="http://schemas.microsoft.com/office/drawing/2014/main" id="{4C4B27A3-293D-8459-CC46-E1FFECC70787}"/>
              </a:ext>
            </a:extLst>
          </p:cNvPr>
          <p:cNvSpPr/>
          <p:nvPr/>
        </p:nvSpPr>
        <p:spPr>
          <a:xfrm>
            <a:off x="1788876"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Contrato</a:t>
            </a:r>
          </a:p>
        </p:txBody>
      </p:sp>
      <p:sp>
        <p:nvSpPr>
          <p:cNvPr id="7" name="Arrow: Chevron 6">
            <a:extLst>
              <a:ext uri="{FF2B5EF4-FFF2-40B4-BE49-F238E27FC236}">
                <a16:creationId xmlns:a16="http://schemas.microsoft.com/office/drawing/2014/main" id="{E3F77792-9FFD-C41F-A956-55810D2E8D0B}"/>
              </a:ext>
            </a:extLst>
          </p:cNvPr>
          <p:cNvSpPr/>
          <p:nvPr/>
        </p:nvSpPr>
        <p:spPr>
          <a:xfrm>
            <a:off x="3197028"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Formación</a:t>
            </a:r>
          </a:p>
        </p:txBody>
      </p:sp>
      <p:sp>
        <p:nvSpPr>
          <p:cNvPr id="8" name="Arrow: Pentagon 7">
            <a:extLst>
              <a:ext uri="{FF2B5EF4-FFF2-40B4-BE49-F238E27FC236}">
                <a16:creationId xmlns:a16="http://schemas.microsoft.com/office/drawing/2014/main" id="{648BC263-3A4A-C439-04A9-CEB272A74C76}"/>
              </a:ext>
            </a:extLst>
          </p:cNvPr>
          <p:cNvSpPr/>
          <p:nvPr/>
        </p:nvSpPr>
        <p:spPr>
          <a:xfrm>
            <a:off x="380999" y="1886943"/>
            <a:ext cx="1563413" cy="407846"/>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Captación</a:t>
            </a:r>
          </a:p>
        </p:txBody>
      </p:sp>
      <p:sp>
        <p:nvSpPr>
          <p:cNvPr id="9" name="Arrow: Chevron 8">
            <a:extLst>
              <a:ext uri="{FF2B5EF4-FFF2-40B4-BE49-F238E27FC236}">
                <a16:creationId xmlns:a16="http://schemas.microsoft.com/office/drawing/2014/main" id="{43A8E95E-3E5F-2176-5D53-09BBFE7A4201}"/>
              </a:ext>
            </a:extLst>
          </p:cNvPr>
          <p:cNvSpPr/>
          <p:nvPr/>
        </p:nvSpPr>
        <p:spPr>
          <a:xfrm>
            <a:off x="4605180" y="1886406"/>
            <a:ext cx="1555750"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Enfoque Comercial</a:t>
            </a:r>
          </a:p>
        </p:txBody>
      </p:sp>
      <p:sp>
        <p:nvSpPr>
          <p:cNvPr id="11" name="Arrow: Chevron 10">
            <a:extLst>
              <a:ext uri="{FF2B5EF4-FFF2-40B4-BE49-F238E27FC236}">
                <a16:creationId xmlns:a16="http://schemas.microsoft.com/office/drawing/2014/main" id="{B74001E4-7C2A-75E4-C7E4-6C733AB36BFB}"/>
              </a:ext>
            </a:extLst>
          </p:cNvPr>
          <p:cNvSpPr/>
          <p:nvPr/>
        </p:nvSpPr>
        <p:spPr>
          <a:xfrm>
            <a:off x="6005394"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Oferta &amp; firma</a:t>
            </a:r>
          </a:p>
        </p:txBody>
      </p:sp>
      <p:sp>
        <p:nvSpPr>
          <p:cNvPr id="13" name="Arrow: Chevron 12">
            <a:extLst>
              <a:ext uri="{FF2B5EF4-FFF2-40B4-BE49-F238E27FC236}">
                <a16:creationId xmlns:a16="http://schemas.microsoft.com/office/drawing/2014/main" id="{7015FF29-5192-2F2A-D7B0-FBB19B9E6D47}"/>
              </a:ext>
            </a:extLst>
          </p:cNvPr>
          <p:cNvSpPr/>
          <p:nvPr/>
        </p:nvSpPr>
        <p:spPr>
          <a:xfrm>
            <a:off x="7413546"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Activación en BOC </a:t>
            </a:r>
          </a:p>
        </p:txBody>
      </p:sp>
      <p:sp>
        <p:nvSpPr>
          <p:cNvPr id="15" name="Arrow: Chevron 14">
            <a:extLst>
              <a:ext uri="{FF2B5EF4-FFF2-40B4-BE49-F238E27FC236}">
                <a16:creationId xmlns:a16="http://schemas.microsoft.com/office/drawing/2014/main" id="{5F643612-AFD6-BA29-B972-C83D7A3184E0}"/>
              </a:ext>
            </a:extLst>
          </p:cNvPr>
          <p:cNvSpPr/>
          <p:nvPr/>
        </p:nvSpPr>
        <p:spPr>
          <a:xfrm>
            <a:off x="8821698"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Postventa</a:t>
            </a:r>
          </a:p>
        </p:txBody>
      </p:sp>
      <p:sp>
        <p:nvSpPr>
          <p:cNvPr id="16" name="Arrow: Chevron 15">
            <a:extLst>
              <a:ext uri="{FF2B5EF4-FFF2-40B4-BE49-F238E27FC236}">
                <a16:creationId xmlns:a16="http://schemas.microsoft.com/office/drawing/2014/main" id="{41FC40BD-55C6-1B31-28A6-85900C2F4262}"/>
              </a:ext>
            </a:extLst>
          </p:cNvPr>
          <p:cNvSpPr/>
          <p:nvPr/>
        </p:nvSpPr>
        <p:spPr>
          <a:xfrm>
            <a:off x="10229850" y="1886818"/>
            <a:ext cx="1563688" cy="408185"/>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Pago</a:t>
            </a:r>
          </a:p>
        </p:txBody>
      </p:sp>
      <p:sp>
        <p:nvSpPr>
          <p:cNvPr id="6" name="TextBox 5">
            <a:extLst>
              <a:ext uri="{FF2B5EF4-FFF2-40B4-BE49-F238E27FC236}">
                <a16:creationId xmlns:a16="http://schemas.microsoft.com/office/drawing/2014/main" id="{603C0FDC-D679-2362-75A3-436EE33141A7}"/>
              </a:ext>
            </a:extLst>
          </p:cNvPr>
          <p:cNvSpPr txBox="1"/>
          <p:nvPr/>
        </p:nvSpPr>
        <p:spPr>
          <a:xfrm>
            <a:off x="380999" y="5542445"/>
            <a:ext cx="11407778" cy="187401"/>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7800"/>
                </a:solidFill>
                <a:effectLst/>
                <a:uLnTx/>
                <a:uFillTx/>
                <a:latin typeface="Arial" panose="020B0604020202020204"/>
                <a:ea typeface="+mn-ea"/>
                <a:cs typeface="+mn-cs"/>
              </a:rPr>
              <a:t>IAM</a:t>
            </a:r>
          </a:p>
        </p:txBody>
      </p:sp>
      <p:sp>
        <p:nvSpPr>
          <p:cNvPr id="12" name="TextBox 11">
            <a:extLst>
              <a:ext uri="{FF2B5EF4-FFF2-40B4-BE49-F238E27FC236}">
                <a16:creationId xmlns:a16="http://schemas.microsoft.com/office/drawing/2014/main" id="{5472260C-BF8A-D6C7-E088-40D39D51ADE6}"/>
              </a:ext>
            </a:extLst>
          </p:cNvPr>
          <p:cNvSpPr txBox="1"/>
          <p:nvPr/>
        </p:nvSpPr>
        <p:spPr>
          <a:xfrm>
            <a:off x="3252560" y="5762480"/>
            <a:ext cx="2005241" cy="331994"/>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Equipo soporte –</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 NTT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(durante ‘infancia’, 1-3 meses)</a:t>
            </a:r>
          </a:p>
        </p:txBody>
      </p:sp>
      <p:sp>
        <p:nvSpPr>
          <p:cNvPr id="14" name="TextBox 13">
            <a:extLst>
              <a:ext uri="{FF2B5EF4-FFF2-40B4-BE49-F238E27FC236}">
                <a16:creationId xmlns:a16="http://schemas.microsoft.com/office/drawing/2014/main" id="{90A793CC-4BE3-6D41-D4EB-1FF89C834429}"/>
              </a:ext>
            </a:extLst>
          </p:cNvPr>
          <p:cNvSpPr txBox="1"/>
          <p:nvPr/>
        </p:nvSpPr>
        <p:spPr>
          <a:xfrm>
            <a:off x="5276851" y="5762480"/>
            <a:ext cx="2268082" cy="331994"/>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Equipo soporte –</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 Ayuda comercial (</a:t>
            </a:r>
            <a:r>
              <a:rPr kumimoji="0" lang="es-ES_tradnl" sz="1050" b="1" i="0" u="none" strike="noStrike" kern="1200" cap="none" spc="0" normalizeH="0" baseline="0" noProof="0" err="1">
                <a:ln>
                  <a:noFill/>
                </a:ln>
                <a:solidFill>
                  <a:srgbClr val="FF7800"/>
                </a:solidFill>
                <a:effectLst/>
                <a:uLnTx/>
                <a:uFillTx/>
                <a:latin typeface="Arial" panose="020B0604020202020204"/>
                <a:ea typeface="+mn-ea"/>
                <a:cs typeface="+mn-cs"/>
              </a:rPr>
              <a:t>Didac</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a:t>
            </a:r>
          </a:p>
        </p:txBody>
      </p:sp>
      <p:sp>
        <p:nvSpPr>
          <p:cNvPr id="17" name="TextBox 16">
            <a:extLst>
              <a:ext uri="{FF2B5EF4-FFF2-40B4-BE49-F238E27FC236}">
                <a16:creationId xmlns:a16="http://schemas.microsoft.com/office/drawing/2014/main" id="{C5C5561E-8E31-0048-D02D-BB3A50412894}"/>
              </a:ext>
            </a:extLst>
          </p:cNvPr>
          <p:cNvSpPr txBox="1"/>
          <p:nvPr/>
        </p:nvSpPr>
        <p:spPr>
          <a:xfrm>
            <a:off x="7560263" y="5762480"/>
            <a:ext cx="2837180" cy="331994"/>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IAM (referencia con equipo de Alicia) –</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 Soporte operativo</a:t>
            </a:r>
          </a:p>
        </p:txBody>
      </p:sp>
      <p:sp>
        <p:nvSpPr>
          <p:cNvPr id="24" name="Rectangle 23">
            <a:extLst>
              <a:ext uri="{FF2B5EF4-FFF2-40B4-BE49-F238E27FC236}">
                <a16:creationId xmlns:a16="http://schemas.microsoft.com/office/drawing/2014/main" id="{A6D73885-E7A0-6664-4FFF-388427FB5D4A}"/>
              </a:ext>
            </a:extLst>
          </p:cNvPr>
          <p:cNvSpPr/>
          <p:nvPr/>
        </p:nvSpPr>
        <p:spPr>
          <a:xfrm>
            <a:off x="3252560" y="3176428"/>
            <a:ext cx="1401763" cy="2308160"/>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rIns="9144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a:ea typeface="+mn-ea"/>
                <a:cs typeface="+mn-cs"/>
              </a:rPr>
              <a:t>Accesos, </a:t>
            </a:r>
            <a:r>
              <a:rPr kumimoji="0" lang="es-ES_tradnl" sz="1050" b="0" i="0" u="none" strike="noStrike" kern="1200" cap="none" spc="0" normalizeH="0" baseline="0" noProof="0" err="1">
                <a:ln>
                  <a:noFill/>
                </a:ln>
                <a:solidFill>
                  <a:srgbClr val="000000"/>
                </a:solidFill>
                <a:effectLst/>
                <a:uLnTx/>
                <a:uFillTx/>
                <a:latin typeface="Arial" panose="020B0604020202020204"/>
                <a:ea typeface="+mn-ea"/>
                <a:cs typeface="+mn-cs"/>
              </a:rPr>
              <a:t>tools</a:t>
            </a:r>
            <a:r>
              <a:rPr kumimoji="0" lang="es-ES_tradnl" sz="1050" b="0" i="0" u="none" strike="noStrike" kern="1200" cap="none" spc="0" normalizeH="0" baseline="0" noProof="0">
                <a:ln>
                  <a:noFill/>
                </a:ln>
                <a:solidFill>
                  <a:srgbClr val="000000"/>
                </a:solidFill>
                <a:effectLst/>
                <a:uLnTx/>
                <a:uFillTx/>
                <a:latin typeface="Arial" panose="020B0604020202020204"/>
                <a:ea typeface="+mn-ea"/>
                <a:cs typeface="+mn-cs"/>
              </a:rPr>
              <a:t>, usuarios…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a:ea typeface="+mn-ea"/>
                <a:cs typeface="+mn-cs"/>
              </a:rPr>
              <a:t>OT, portfolio, </a:t>
            </a:r>
            <a:r>
              <a:rPr kumimoji="0" lang="es-ES_tradnl" sz="1050" b="1" i="0" u="none" strike="noStrike" kern="1200" cap="none" spc="0" normalizeH="0" baseline="0" noProof="0" err="1">
                <a:ln>
                  <a:noFill/>
                </a:ln>
                <a:solidFill>
                  <a:srgbClr val="000000"/>
                </a:solidFill>
                <a:effectLst/>
                <a:uLnTx/>
                <a:uFillTx/>
                <a:latin typeface="Arial" panose="020B0604020202020204"/>
                <a:ea typeface="+mn-ea"/>
                <a:cs typeface="+mn-cs"/>
              </a:rPr>
              <a:t>promo</a:t>
            </a:r>
            <a:r>
              <a:rPr kumimoji="0" lang="es-ES_tradnl" sz="1050" b="1" i="0" u="none" strike="noStrike" kern="1200" cap="none" spc="0" normalizeH="0" baseline="0" noProof="0">
                <a:ln>
                  <a:noFill/>
                </a:ln>
                <a:solidFill>
                  <a:srgbClr val="000000"/>
                </a:solidFill>
                <a:effectLst/>
                <a:uLnTx/>
                <a:uFillTx/>
                <a:latin typeface="Arial" panose="020B0604020202020204"/>
                <a:ea typeface="+mn-ea"/>
                <a:cs typeface="+mn-cs"/>
              </a:rPr>
              <a:t>, precios, ofertas…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Fátima Ángel, Carlos </a:t>
            </a: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Alriols</a:t>
            </a: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1"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a:ea typeface="+mn-ea"/>
                <a:cs typeface="+mn-cs"/>
              </a:rPr>
              <a:t>Soporte </a:t>
            </a:r>
            <a:r>
              <a:rPr kumimoji="0" lang="es-ES_tradnl" sz="1050" i="0" u="none" strike="noStrike" kern="1200" cap="none" spc="0" normalizeH="0" baseline="0" noProof="0">
                <a:ln>
                  <a:noFill/>
                </a:ln>
                <a:solidFill>
                  <a:srgbClr val="000000"/>
                </a:solidFill>
                <a:effectLst/>
                <a:uLnTx/>
                <a:uFillTx/>
                <a:latin typeface="Arial" panose="020B0604020202020204"/>
                <a:ea typeface="+mn-ea"/>
                <a:cs typeface="+mn-cs"/>
              </a:rPr>
              <a:t>temporal </a:t>
            </a:r>
            <a:r>
              <a:rPr kumimoji="0" lang="es-ES_tradnl" sz="1050" b="0" i="0" u="none" strike="noStrike" kern="1200" cap="none" spc="0" normalizeH="0" baseline="0" noProof="0">
                <a:ln>
                  <a:noFill/>
                </a:ln>
                <a:solidFill>
                  <a:srgbClr val="000000"/>
                </a:solidFill>
                <a:effectLst/>
                <a:uLnTx/>
                <a:uFillTx/>
                <a:latin typeface="Arial" panose="020B0604020202020204"/>
                <a:ea typeface="+mn-ea"/>
                <a:cs typeface="+mn-cs"/>
              </a:rPr>
              <a:t>para herramientas y peticiones BOC, mediante el </a:t>
            </a:r>
            <a:r>
              <a:rPr kumimoji="0" lang="es-ES_tradnl" sz="1050" i="0" u="none" strike="noStrike" kern="1200" cap="none" spc="0" normalizeH="0" baseline="0" noProof="0">
                <a:ln>
                  <a:noFill/>
                </a:ln>
                <a:solidFill>
                  <a:schemeClr val="accent1"/>
                </a:solidFill>
                <a:effectLst/>
                <a:uLnTx/>
                <a:uFillTx/>
                <a:latin typeface="Arial" panose="020B0604020202020204"/>
                <a:ea typeface="+mn-ea"/>
                <a:cs typeface="+mn-cs"/>
                <a:hlinkClick r:id="rId6">
                  <a:extLst>
                    <a:ext uri="{A12FA001-AC4F-418D-AE19-62706E023703}">
                      <ahyp:hlinkClr xmlns:ahyp="http://schemas.microsoft.com/office/drawing/2018/hyperlinkcolor" val="tx"/>
                    </a:ext>
                  </a:extLst>
                </a:hlinkClick>
              </a:rPr>
              <a:t>formulario de apoyo </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Equipo NTT</a:t>
            </a:r>
            <a:endParaRPr kumimoji="0" lang="es-ES_tradnl" sz="105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Rectangle 30">
            <a:extLst>
              <a:ext uri="{FF2B5EF4-FFF2-40B4-BE49-F238E27FC236}">
                <a16:creationId xmlns:a16="http://schemas.microsoft.com/office/drawing/2014/main" id="{A478B609-53E0-1011-993C-1BDB84E3E77B}"/>
              </a:ext>
            </a:extLst>
          </p:cNvPr>
          <p:cNvSpPr/>
          <p:nvPr/>
        </p:nvSpPr>
        <p:spPr>
          <a:xfrm>
            <a:off x="1816780" y="2356001"/>
            <a:ext cx="1401763" cy="3128586"/>
          </a:xfrm>
          <a:prstGeom prst="rect">
            <a:avLst/>
          </a:prstGeom>
          <a:solidFill>
            <a:schemeClr val="bg1"/>
          </a:solidFill>
          <a:ln w="952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Envío y firma de </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contrato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Recolección de documentación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Alta integradores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y creación SFID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IAM</a:t>
            </a: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8" name="Rectangle 37">
            <a:extLst>
              <a:ext uri="{FF2B5EF4-FFF2-40B4-BE49-F238E27FC236}">
                <a16:creationId xmlns:a16="http://schemas.microsoft.com/office/drawing/2014/main" id="{61C327FD-144D-8039-90EC-80435FA6836F}"/>
              </a:ext>
            </a:extLst>
          </p:cNvPr>
          <p:cNvSpPr/>
          <p:nvPr/>
        </p:nvSpPr>
        <p:spPr>
          <a:xfrm>
            <a:off x="381000" y="2356001"/>
            <a:ext cx="1401763" cy="3128645"/>
          </a:xfrm>
          <a:prstGeom prst="rect">
            <a:avLst/>
          </a:prstGeom>
          <a:solidFill>
            <a:schemeClr val="bg1"/>
          </a:solidFill>
          <a:ln w="952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err="1">
                <a:ln>
                  <a:noFill/>
                </a:ln>
                <a:solidFill>
                  <a:srgbClr val="000000"/>
                </a:solidFill>
                <a:effectLst/>
                <a:uLnTx/>
                <a:uFillTx/>
                <a:latin typeface="Arial" panose="020B0604020202020204" pitchFamily="34" charset="0"/>
                <a:ea typeface="+mn-ea"/>
                <a:cs typeface="+mn-cs"/>
              </a:rPr>
              <a:t>Research</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 inicial integradores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1º contacto – </a:t>
            </a:r>
            <a:r>
              <a:rPr kumimoji="0" lang="es-ES_tradnl" sz="1050" b="0" i="1" u="none" strike="noStrike" kern="1200" cap="none" spc="0" normalizeH="0" baseline="0" noProof="0" err="1">
                <a:ln>
                  <a:noFill/>
                </a:ln>
                <a:solidFill>
                  <a:srgbClr val="000000"/>
                </a:solidFill>
                <a:effectLst/>
                <a:uLnTx/>
                <a:uFillTx/>
                <a:latin typeface="Arial" panose="020B0604020202020204" pitchFamily="34" charset="0"/>
                <a:ea typeface="+mn-ea"/>
                <a:cs typeface="+mn-cs"/>
              </a:rPr>
              <a:t>Cold</a:t>
            </a:r>
            <a:r>
              <a:rPr kumimoji="0" lang="es-ES_tradnl" sz="1050" b="0" i="1" u="none" strike="noStrike" kern="1200" cap="none" spc="0" normalizeH="0" baseline="0" noProof="0">
                <a:ln>
                  <a:noFill/>
                </a:ln>
                <a:solidFill>
                  <a:srgbClr val="000000"/>
                </a:solidFill>
                <a:effectLst/>
                <a:uLnTx/>
                <a:uFillTx/>
                <a:latin typeface="Arial" panose="020B0604020202020204" pitchFamily="34" charset="0"/>
                <a:ea typeface="+mn-ea"/>
                <a:cs typeface="+mn-cs"/>
              </a:rPr>
              <a:t> </a:t>
            </a:r>
            <a:r>
              <a:rPr kumimoji="0" lang="es-ES_tradnl" sz="1050" b="0" i="1" u="none" strike="noStrike" kern="1200" cap="none" spc="0" normalizeH="0" baseline="0" noProof="0" err="1">
                <a:ln>
                  <a:noFill/>
                </a:ln>
                <a:solidFill>
                  <a:srgbClr val="000000"/>
                </a:solidFill>
                <a:effectLst/>
                <a:uLnTx/>
                <a:uFillTx/>
                <a:latin typeface="Arial" panose="020B0604020202020204" pitchFamily="34" charset="0"/>
                <a:ea typeface="+mn-ea"/>
                <a:cs typeface="+mn-cs"/>
              </a:rPr>
              <a:t>calling</a:t>
            </a:r>
            <a:endParaRPr kumimoji="0" lang="es-ES_tradnl" sz="1050" b="0" i="1"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Sesión online 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Sesión KO: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arranque colaboración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IAM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4" name="Rectangle 53">
            <a:extLst>
              <a:ext uri="{FF2B5EF4-FFF2-40B4-BE49-F238E27FC236}">
                <a16:creationId xmlns:a16="http://schemas.microsoft.com/office/drawing/2014/main" id="{D6C9F166-702C-4602-30F6-17DDA9063231}"/>
              </a:ext>
            </a:extLst>
          </p:cNvPr>
          <p:cNvSpPr/>
          <p:nvPr/>
        </p:nvSpPr>
        <p:spPr>
          <a:xfrm>
            <a:off x="4688340" y="2356601"/>
            <a:ext cx="1401763" cy="990000"/>
          </a:xfrm>
          <a:prstGeom prst="rect">
            <a:avLst/>
          </a:prstGeom>
          <a:solidFill>
            <a:srgbClr val="FFFFFF"/>
          </a:solidFill>
          <a:ln w="952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Elaboración de oferta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(dudas producto)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pitchFamily="34" charset="0"/>
                <a:ea typeface="+mn-ea"/>
                <a:cs typeface="+mn-cs"/>
              </a:rPr>
              <a:t>Didac</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 Aras</a:t>
            </a:r>
          </a:p>
        </p:txBody>
      </p:sp>
      <p:sp>
        <p:nvSpPr>
          <p:cNvPr id="55" name="Rectangle 54">
            <a:extLst>
              <a:ext uri="{FF2B5EF4-FFF2-40B4-BE49-F238E27FC236}">
                <a16:creationId xmlns:a16="http://schemas.microsoft.com/office/drawing/2014/main" id="{81F53D1C-D285-B91D-DD08-3323BE841D6B}"/>
              </a:ext>
            </a:extLst>
          </p:cNvPr>
          <p:cNvSpPr/>
          <p:nvPr/>
        </p:nvSpPr>
        <p:spPr>
          <a:xfrm>
            <a:off x="4688340" y="3379235"/>
            <a:ext cx="1401763" cy="9906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Soporte técnico </a:t>
            </a:r>
            <a:r>
              <a:rPr kumimoji="0" lang="es-ES_tradnl" sz="1050" b="1" i="0" u="none" strike="noStrike" kern="1200" cap="none" spc="0" normalizeH="0" baseline="0" noProof="0" err="1">
                <a:ln>
                  <a:noFill/>
                </a:ln>
                <a:solidFill>
                  <a:srgbClr val="000000"/>
                </a:solidFill>
                <a:effectLst/>
                <a:uLnTx/>
                <a:uFillTx/>
                <a:latin typeface="Arial" panose="020B0604020202020204" pitchFamily="34" charset="0"/>
                <a:ea typeface="+mn-ea"/>
                <a:cs typeface="+mn-cs"/>
              </a:rPr>
              <a:t>Telco</a:t>
            </a: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pitchFamily="34" charset="0"/>
                <a:ea typeface="+mn-ea"/>
                <a:cs typeface="+mn-cs"/>
              </a:rPr>
              <a:t>Didac</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 Aras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Soporte técnico </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SSDD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Marta Calderón</a:t>
            </a:r>
          </a:p>
        </p:txBody>
      </p:sp>
      <p:sp>
        <p:nvSpPr>
          <p:cNvPr id="56" name="Rectangle 55">
            <a:extLst>
              <a:ext uri="{FF2B5EF4-FFF2-40B4-BE49-F238E27FC236}">
                <a16:creationId xmlns:a16="http://schemas.microsoft.com/office/drawing/2014/main" id="{1BFFAE5A-7987-CD42-B0D9-48754D6B1C95}"/>
              </a:ext>
            </a:extLst>
          </p:cNvPr>
          <p:cNvSpPr/>
          <p:nvPr/>
        </p:nvSpPr>
        <p:spPr>
          <a:xfrm>
            <a:off x="4688340" y="4402469"/>
            <a:ext cx="1401763" cy="1082118"/>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Preventa básica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Integrador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Consulta preventa</a:t>
            </a:r>
            <a:r>
              <a:rPr kumimoji="0" lang="es-ES_tradnl" sz="1050" i="0" u="none" strike="noStrike" kern="1200" cap="none" spc="0" normalizeH="0" baseline="0" noProof="0">
                <a:ln>
                  <a:noFill/>
                </a:ln>
                <a:solidFill>
                  <a:srgbClr val="000000"/>
                </a:solidFill>
                <a:effectLst/>
                <a:uLnTx/>
                <a:uFillTx/>
                <a:latin typeface="Arial" panose="020B0604020202020204" pitchFamily="34" charset="0"/>
                <a:ea typeface="+mn-ea"/>
                <a:cs typeface="+mn-cs"/>
              </a:rPr>
              <a:t> para operaciones PYME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Equipo </a:t>
            </a: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pitchFamily="34" charset="0"/>
                <a:ea typeface="+mn-ea"/>
                <a:cs typeface="+mn-cs"/>
              </a:rPr>
              <a:t>Kleber</a:t>
            </a: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p:txBody>
      </p:sp>
      <p:sp>
        <p:nvSpPr>
          <p:cNvPr id="64" name="Rectangle 63">
            <a:extLst>
              <a:ext uri="{FF2B5EF4-FFF2-40B4-BE49-F238E27FC236}">
                <a16:creationId xmlns:a16="http://schemas.microsoft.com/office/drawing/2014/main" id="{B508D79D-C650-01FE-23DA-457EF6142F4E}"/>
              </a:ext>
            </a:extLst>
          </p:cNvPr>
          <p:cNvSpPr/>
          <p:nvPr/>
        </p:nvSpPr>
        <p:spPr>
          <a:xfrm>
            <a:off x="6124120" y="2356601"/>
            <a:ext cx="1401763" cy="9900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Creación oferta Signa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y firma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FF78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Alicia Moreno, Jorge Pérez</a:t>
            </a:r>
          </a:p>
        </p:txBody>
      </p:sp>
      <p:sp>
        <p:nvSpPr>
          <p:cNvPr id="65" name="Rectangle 64">
            <a:extLst>
              <a:ext uri="{FF2B5EF4-FFF2-40B4-BE49-F238E27FC236}">
                <a16:creationId xmlns:a16="http://schemas.microsoft.com/office/drawing/2014/main" id="{04E8D707-0C4F-FA97-861D-CE607608DF09}"/>
              </a:ext>
            </a:extLst>
          </p:cNvPr>
          <p:cNvSpPr/>
          <p:nvPr/>
        </p:nvSpPr>
        <p:spPr>
          <a:xfrm>
            <a:off x="6124120" y="3379235"/>
            <a:ext cx="1401763" cy="9906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Penalizaciones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aplicadas al cliente y cobertura Orange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Natalia Lera, Carmen Sánchez</a:t>
            </a:r>
          </a:p>
        </p:txBody>
      </p:sp>
      <p:sp>
        <p:nvSpPr>
          <p:cNvPr id="66" name="Rectangle 65">
            <a:extLst>
              <a:ext uri="{FF2B5EF4-FFF2-40B4-BE49-F238E27FC236}">
                <a16:creationId xmlns:a16="http://schemas.microsoft.com/office/drawing/2014/main" id="{6F0EB910-94CC-B80F-863E-E1DB12ACD1CD}"/>
              </a:ext>
            </a:extLst>
          </p:cNvPr>
          <p:cNvSpPr/>
          <p:nvPr/>
        </p:nvSpPr>
        <p:spPr>
          <a:xfrm>
            <a:off x="7559900" y="2356601"/>
            <a:ext cx="1401763" cy="9900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Formulario BOC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r>
            <a:r>
              <a:rPr kumimoji="0" lang="es-ES_tradnl" sz="1050" b="0" i="0" u="none" strike="noStrike" kern="1200" cap="none" spc="0" normalizeH="0" baseline="0" noProof="0" err="1">
                <a:ln>
                  <a:noFill/>
                </a:ln>
                <a:solidFill>
                  <a:srgbClr val="000000"/>
                </a:solidFill>
                <a:effectLst/>
                <a:uLnTx/>
                <a:uFillTx/>
                <a:latin typeface="Arial" panose="020B0604020202020204" pitchFamily="34" charset="0"/>
                <a:ea typeface="+mn-ea"/>
                <a:cs typeface="+mn-cs"/>
              </a:rPr>
              <a:t>SoHo</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 PYME, Big Pyme)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Alicia Moreno, Fátima Ángel</a:t>
            </a:r>
          </a:p>
        </p:txBody>
      </p:sp>
      <p:sp>
        <p:nvSpPr>
          <p:cNvPr id="67" name="Rectangle 66">
            <a:extLst>
              <a:ext uri="{FF2B5EF4-FFF2-40B4-BE49-F238E27FC236}">
                <a16:creationId xmlns:a16="http://schemas.microsoft.com/office/drawing/2014/main" id="{75A8C6C5-0F26-7B2C-56FB-F85E8BBA59AB}"/>
              </a:ext>
            </a:extLst>
          </p:cNvPr>
          <p:cNvSpPr/>
          <p:nvPr/>
        </p:nvSpPr>
        <p:spPr>
          <a:xfrm>
            <a:off x="7559900" y="3379235"/>
            <a:ext cx="1401763" cy="2105352"/>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lvl="0">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Soporte</a:t>
            </a:r>
            <a:r>
              <a:rPr lang="es-ES_tradnl" sz="1050" b="1" baseline="30000">
                <a:solidFill>
                  <a:srgbClr val="000000"/>
                </a:solidFill>
                <a:latin typeface="Arial" panose="020B0604020202020204" pitchFamily="34" charset="0"/>
              </a:rPr>
              <a:t>2</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 durante provisión / instalación mediante </a:t>
            </a:r>
            <a:r>
              <a:rPr kumimoji="0" lang="es-ES_tradnl" sz="1050" i="0" u="none" strike="noStrike" kern="1200" cap="none" spc="0" normalizeH="0" baseline="0" noProof="0">
                <a:ln>
                  <a:noFill/>
                </a:ln>
                <a:solidFill>
                  <a:schemeClr val="accent1"/>
                </a:solidFill>
                <a:effectLst/>
                <a:uLnTx/>
                <a:uFillTx/>
                <a:latin typeface="Arial" panose="020B0604020202020204" pitchFamily="34" charset="0"/>
                <a:ea typeface="+mn-ea"/>
                <a:cs typeface="+mn-cs"/>
                <a:hlinkClick r:id="rId7">
                  <a:extLst>
                    <a:ext uri="{A12FA001-AC4F-418D-AE19-62706E023703}">
                      <ahyp:hlinkClr xmlns:ahyp="http://schemas.microsoft.com/office/drawing/2018/hyperlinkcolor" val="tx"/>
                    </a:ext>
                  </a:extLst>
                </a:hlinkClick>
              </a:rPr>
              <a:t>formulario de dudas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cumplimentado por el IAM para escalar al equipo Alicia que incluye </a:t>
            </a:r>
            <a:r>
              <a:rPr kumimoji="0" lang="es-ES_tradnl" sz="1050" b="0" i="0" u="none" strike="noStrike" kern="1200" cap="none" spc="0" normalizeH="0" baseline="0" noProof="0">
                <a:ln>
                  <a:noFill/>
                </a:ln>
                <a:solidFill>
                  <a:schemeClr val="accent1"/>
                </a:solidFill>
                <a:effectLst/>
                <a:uLnTx/>
                <a:uFillTx/>
                <a:latin typeface="Arial" panose="020B0604020202020204" pitchFamily="34" charset="0"/>
                <a:ea typeface="+mn-ea"/>
                <a:cs typeface="+mn-cs"/>
                <a:hlinkClick r:id="rId8">
                  <a:extLst>
                    <a:ext uri="{A12FA001-AC4F-418D-AE19-62706E023703}">
                      <ahyp:hlinkClr xmlns:ahyp="http://schemas.microsoft.com/office/drawing/2018/hyperlinkcolor" val="tx"/>
                    </a:ext>
                  </a:extLst>
                </a:hlinkClick>
              </a:rPr>
              <a:t>documento de respuestas</a:t>
            </a:r>
            <a:r>
              <a:rPr kumimoji="0" lang="es-ES_tradnl" sz="1050" b="0" i="0" u="none" strike="noStrike" kern="1200" cap="none" spc="0" normalizeH="0" baseline="0" noProof="0">
                <a:ln>
                  <a:noFill/>
                </a:ln>
                <a:solidFill>
                  <a:schemeClr val="accent1"/>
                </a:solidFill>
                <a:effectLst/>
                <a:uLnTx/>
                <a:uFillTx/>
                <a:latin typeface="Arial" panose="020B0604020202020204" pitchFamily="34" charset="0"/>
                <a:ea typeface="+mn-ea"/>
                <a:cs typeface="+mn-cs"/>
              </a:rPr>
              <a:t>.</a:t>
            </a:r>
            <a:endParaRPr kumimoji="0" lang="es-ES_tradnl" sz="1050" b="0" i="0" u="none" strike="noStrike" kern="1200" cap="none" spc="0" normalizeH="0" baseline="30000" noProof="0">
              <a:ln>
                <a:noFill/>
              </a:ln>
              <a:solidFill>
                <a:schemeClr val="accent1"/>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Equipo Alicia Moreno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p:txBody>
      </p:sp>
      <p:sp>
        <p:nvSpPr>
          <p:cNvPr id="69" name="Rectangle 68">
            <a:extLst>
              <a:ext uri="{FF2B5EF4-FFF2-40B4-BE49-F238E27FC236}">
                <a16:creationId xmlns:a16="http://schemas.microsoft.com/office/drawing/2014/main" id="{3F195FB8-CFC2-D156-D855-B24BE0FB6E36}"/>
              </a:ext>
            </a:extLst>
          </p:cNvPr>
          <p:cNvSpPr/>
          <p:nvPr/>
        </p:nvSpPr>
        <p:spPr>
          <a:xfrm>
            <a:off x="8995680" y="2356600"/>
            <a:ext cx="1401763" cy="787191"/>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Ampliaciones de líneas</a:t>
            </a: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1471 o preimpresos BOC</a:t>
            </a:r>
          </a:p>
        </p:txBody>
      </p:sp>
      <p:sp>
        <p:nvSpPr>
          <p:cNvPr id="70" name="Rectangle 69">
            <a:extLst>
              <a:ext uri="{FF2B5EF4-FFF2-40B4-BE49-F238E27FC236}">
                <a16:creationId xmlns:a16="http://schemas.microsoft.com/office/drawing/2014/main" id="{E76A8A5C-1AF7-05A6-F6FC-43F3749B55C0}"/>
              </a:ext>
            </a:extLst>
          </p:cNvPr>
          <p:cNvSpPr/>
          <p:nvPr/>
        </p:nvSpPr>
        <p:spPr>
          <a:xfrm>
            <a:off x="8995680" y="3176426"/>
            <a:ext cx="1401763" cy="230816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Seguimiento operativo / postventa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chemeClr val="tx1"/>
                </a:solidFill>
                <a:effectLst/>
                <a:uLnTx/>
                <a:uFillTx/>
                <a:latin typeface="Arial" panose="020B0604020202020204" pitchFamily="34" charset="0"/>
                <a:ea typeface="+mn-ea"/>
                <a:cs typeface="+mn-cs"/>
              </a:rPr>
              <a:t>SOHO</a:t>
            </a:r>
            <a:r>
              <a:rPr kumimoji="0" lang="es-ES_tradnl" sz="1050" b="1" i="0" u="none" strike="noStrike" kern="1200" cap="none" spc="0" normalizeH="0" baseline="30000" noProof="0">
                <a:ln>
                  <a:noFill/>
                </a:ln>
                <a:solidFill>
                  <a:schemeClr val="tx1"/>
                </a:solidFill>
                <a:effectLst/>
                <a:uLnTx/>
                <a:uFillTx/>
                <a:latin typeface="Arial" panose="020B0604020202020204" pitchFamily="34" charset="0"/>
                <a:ea typeface="+mn-ea"/>
                <a:cs typeface="+mn-cs"/>
              </a:rPr>
              <a:t>3</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:PANGEA / 2239 (opción 2-2-2) / 1471</a:t>
            </a:r>
          </a:p>
          <a:p>
            <a:pPr lvl="0">
              <a:defRPr/>
            </a:pPr>
            <a:r>
              <a:rPr lang="es-ES_tradnl" sz="1050">
                <a:solidFill>
                  <a:schemeClr val="accent1"/>
                </a:solidFill>
                <a:latin typeface="Arial" panose="020B0604020202020204" pitchFamily="34" charset="0"/>
                <a:hlinkClick r:id="rId9">
                  <a:extLst>
                    <a:ext uri="{A12FA001-AC4F-418D-AE19-62706E023703}">
                      <ahyp:hlinkClr xmlns:ahyp="http://schemas.microsoft.com/office/drawing/2018/hyperlinkcolor" val="tx"/>
                    </a:ext>
                  </a:extLst>
                </a:hlinkClick>
              </a:rPr>
              <a:t>Formulario Canal Integrador SOHO</a:t>
            </a: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050" b="1">
                <a:solidFill>
                  <a:schemeClr val="tx1"/>
                </a:solidFill>
                <a:latin typeface="Arial" panose="020B0604020202020204" pitchFamily="34" charset="0"/>
              </a:rPr>
              <a:t>PYME</a:t>
            </a:r>
            <a:r>
              <a:rPr lang="es-ES_tradnl" sz="1050">
                <a:solidFill>
                  <a:srgbClr val="000000">
                    <a:lumMod val="50000"/>
                    <a:lumOff val="50000"/>
                  </a:srgbClr>
                </a:solidFill>
                <a:latin typeface="Arial" panose="020B0604020202020204" pitchFamily="34" charset="0"/>
              </a:rPr>
              <a:t>: Portal DHO / 2239 (opción 2-2-3)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_tradnl" sz="1050">
              <a:solidFill>
                <a:schemeClr val="accent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050" err="1">
                <a:solidFill>
                  <a:schemeClr val="accent1"/>
                </a:solidFill>
                <a:latin typeface="Arial" panose="020B0604020202020204" pitchFamily="34" charset="0"/>
                <a:hlinkClick r:id="rId10">
                  <a:extLst>
                    <a:ext uri="{A12FA001-AC4F-418D-AE19-62706E023703}">
                      <ahyp:hlinkClr xmlns:ahyp="http://schemas.microsoft.com/office/drawing/2018/hyperlinkcolor" val="tx"/>
                    </a:ext>
                  </a:extLst>
                </a:hlinkClick>
              </a:rPr>
              <a:t>Googlesheet</a:t>
            </a:r>
            <a:r>
              <a:rPr lang="es-ES_tradnl" sz="1050">
                <a:solidFill>
                  <a:schemeClr val="accent1"/>
                </a:solidFill>
                <a:latin typeface="Arial" panose="020B0604020202020204" pitchFamily="34" charset="0"/>
                <a:hlinkClick r:id="rId10">
                  <a:extLst>
                    <a:ext uri="{A12FA001-AC4F-418D-AE19-62706E023703}">
                      <ahyp:hlinkClr xmlns:ahyp="http://schemas.microsoft.com/office/drawing/2018/hyperlinkcolor" val="tx"/>
                    </a:ext>
                  </a:extLst>
                </a:hlinkClick>
              </a:rPr>
              <a:t> Respuestas</a:t>
            </a:r>
            <a:endParaRPr lang="es-ES_tradnl" sz="1050">
              <a:solidFill>
                <a:schemeClr val="accent1"/>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p:txBody>
      </p:sp>
      <p:sp>
        <p:nvSpPr>
          <p:cNvPr id="72" name="Rectangle 71">
            <a:extLst>
              <a:ext uri="{FF2B5EF4-FFF2-40B4-BE49-F238E27FC236}">
                <a16:creationId xmlns:a16="http://schemas.microsoft.com/office/drawing/2014/main" id="{08DBA429-19E6-7935-E285-A41B0B42E964}"/>
              </a:ext>
            </a:extLst>
          </p:cNvPr>
          <p:cNvSpPr/>
          <p:nvPr/>
        </p:nvSpPr>
        <p:spPr>
          <a:xfrm>
            <a:off x="10431463" y="2356601"/>
            <a:ext cx="1401763" cy="9900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Estado de pagos y facturas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70C0"/>
              </a:solidFill>
              <a:effectLst/>
              <a:highlight>
                <a:srgbClr val="FFFF00"/>
              </a:highligh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Natalia Lera / Gema Santos (</a:t>
            </a: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LeadGen</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a:t>
            </a:r>
          </a:p>
        </p:txBody>
      </p:sp>
      <p:sp>
        <p:nvSpPr>
          <p:cNvPr id="73" name="Rectangle 72">
            <a:extLst>
              <a:ext uri="{FF2B5EF4-FFF2-40B4-BE49-F238E27FC236}">
                <a16:creationId xmlns:a16="http://schemas.microsoft.com/office/drawing/2014/main" id="{50C10C02-784A-B9DE-6672-655E7070901D}"/>
              </a:ext>
            </a:extLst>
          </p:cNvPr>
          <p:cNvSpPr/>
          <p:nvPr/>
        </p:nvSpPr>
        <p:spPr>
          <a:xfrm>
            <a:off x="10431463" y="3379235"/>
            <a:ext cx="1401763" cy="9906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Comisiones y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reclamaciones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Natalia Lera / </a:t>
            </a: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Adm</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ventas (Florentina Durán)</a:t>
            </a:r>
            <a:endParaRPr kumimoji="0" lang="es-ES_tradnl" sz="1050" b="1"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p:txBody>
      </p:sp>
      <p:sp>
        <p:nvSpPr>
          <p:cNvPr id="20" name="Rectangle 19">
            <a:extLst>
              <a:ext uri="{FF2B5EF4-FFF2-40B4-BE49-F238E27FC236}">
                <a16:creationId xmlns:a16="http://schemas.microsoft.com/office/drawing/2014/main" id="{FED65C49-249D-97F0-55FE-71D3A1253473}"/>
              </a:ext>
            </a:extLst>
          </p:cNvPr>
          <p:cNvSpPr/>
          <p:nvPr/>
        </p:nvSpPr>
        <p:spPr>
          <a:xfrm>
            <a:off x="3252560" y="2356001"/>
            <a:ext cx="1401763" cy="787792"/>
          </a:xfrm>
          <a:prstGeom prst="rect">
            <a:avLst/>
          </a:prstGeom>
          <a:solidFill>
            <a:schemeClr val="bg1"/>
          </a:solidFill>
          <a:ln w="952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Introducción a </a:t>
            </a:r>
            <a:r>
              <a:rPr kumimoji="0" lang="es-ES_tradnl" sz="1050" b="1" i="0" u="none" strike="noStrike" kern="1200" cap="none" spc="0" normalizeH="0" baseline="0" noProof="0" err="1">
                <a:ln>
                  <a:noFill/>
                </a:ln>
                <a:solidFill>
                  <a:srgbClr val="000000"/>
                </a:solidFill>
                <a:effectLst/>
                <a:uLnTx/>
                <a:uFillTx/>
                <a:latin typeface="Arial" panose="020B0604020202020204" pitchFamily="34" charset="0"/>
                <a:ea typeface="+mn-ea"/>
                <a:cs typeface="+mn-cs"/>
              </a:rPr>
              <a:t>tools</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 y contenido formativo +O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IAM</a:t>
            </a: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3" name="TextBox 22">
            <a:extLst>
              <a:ext uri="{FF2B5EF4-FFF2-40B4-BE49-F238E27FC236}">
                <a16:creationId xmlns:a16="http://schemas.microsoft.com/office/drawing/2014/main" id="{E5056E7E-3A02-D02D-AC46-0A7AD9859AB2}"/>
              </a:ext>
            </a:extLst>
          </p:cNvPr>
          <p:cNvSpPr txBox="1"/>
          <p:nvPr/>
        </p:nvSpPr>
        <p:spPr>
          <a:xfrm>
            <a:off x="304564" y="1519964"/>
            <a:ext cx="1152866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000000"/>
                </a:solidFill>
                <a:effectLst/>
                <a:uLnTx/>
                <a:uFillTx/>
                <a:latin typeface="Arial" panose="020B0604020202020204"/>
                <a:ea typeface="+mn-ea"/>
                <a:cs typeface="+mn-cs"/>
              </a:rPr>
              <a:t>Mapa de responsables para garantizar soporte al </a:t>
            </a:r>
            <a:r>
              <a:rPr kumimoji="0" lang="es-ES_tradnl" sz="1200" b="1" i="1" u="none" strike="noStrike" kern="1200" cap="none" spc="0" normalizeH="0" baseline="0" noProof="0">
                <a:ln>
                  <a:noFill/>
                </a:ln>
                <a:solidFill>
                  <a:srgbClr val="000000"/>
                </a:solidFill>
                <a:effectLst/>
                <a:uLnTx/>
                <a:uFillTx/>
                <a:latin typeface="Arial" panose="020B0604020202020204"/>
                <a:ea typeface="+mn-ea"/>
                <a:cs typeface="+mn-cs"/>
              </a:rPr>
              <a:t>P</a:t>
            </a:r>
            <a:r>
              <a:rPr kumimoji="0" lang="es-ES_tradnl" sz="1200" b="1" i="1" u="none" strike="noStrike" kern="1200" cap="none" spc="0" normalizeH="0" baseline="0" noProof="0" err="1">
                <a:ln>
                  <a:noFill/>
                </a:ln>
                <a:solidFill>
                  <a:srgbClr val="000000"/>
                </a:solidFill>
                <a:effectLst/>
                <a:uLnTx/>
                <a:uFillTx/>
                <a:latin typeface="Arial" panose="020B0604020202020204"/>
                <a:ea typeface="+mn-ea"/>
                <a:cs typeface="+mn-cs"/>
              </a:rPr>
              <a:t>artner</a:t>
            </a:r>
            <a:r>
              <a:rPr kumimoji="0" lang="es-ES_tradnl" sz="1200" b="1" i="1" u="none" strike="noStrike" kern="1200" cap="none" spc="0" normalizeH="0" baseline="0" noProof="0">
                <a:ln>
                  <a:noFill/>
                </a:ln>
                <a:solidFill>
                  <a:srgbClr val="000000"/>
                </a:solidFill>
                <a:effectLst/>
                <a:uLnTx/>
                <a:uFillTx/>
                <a:latin typeface="Arial" panose="020B0604020202020204"/>
                <a:ea typeface="+mn-ea"/>
                <a:cs typeface="+mn-cs"/>
              </a:rPr>
              <a:t> Autorizado</a:t>
            </a:r>
            <a:r>
              <a:rPr kumimoji="0" lang="es-ES_tradnl" sz="1200" b="1" i="1" u="none" strike="noStrike" kern="1200" cap="none" spc="0" normalizeH="0" baseline="30000" noProof="0">
                <a:ln>
                  <a:noFill/>
                </a:ln>
                <a:solidFill>
                  <a:srgbClr val="000000"/>
                </a:solidFill>
                <a:effectLst/>
                <a:uLnTx/>
                <a:uFillTx/>
                <a:latin typeface="Arial" panose="020B0604020202020204"/>
                <a:ea typeface="+mn-ea"/>
                <a:cs typeface="+mn-cs"/>
              </a:rPr>
              <a:t>1</a:t>
            </a:r>
            <a:r>
              <a:rPr kumimoji="0" lang="es-ES_tradnl" sz="1200" b="1" i="0" u="none" strike="noStrike" kern="1200" cap="none" spc="0" normalizeH="0" baseline="0" noProof="0">
                <a:ln>
                  <a:noFill/>
                </a:ln>
                <a:solidFill>
                  <a:srgbClr val="000000"/>
                </a:solidFill>
                <a:effectLst/>
                <a:uLnTx/>
                <a:uFillTx/>
                <a:latin typeface="Arial" panose="020B0604020202020204"/>
                <a:ea typeface="+mn-ea"/>
                <a:cs typeface="+mn-cs"/>
              </a:rPr>
              <a:t> durante fase inicial (autonomía estimada en 1 a 3 meses):</a:t>
            </a:r>
          </a:p>
        </p:txBody>
      </p:sp>
      <p:sp>
        <p:nvSpPr>
          <p:cNvPr id="26" name="Flowchart: Connector 25">
            <a:extLst>
              <a:ext uri="{FF2B5EF4-FFF2-40B4-BE49-F238E27FC236}">
                <a16:creationId xmlns:a16="http://schemas.microsoft.com/office/drawing/2014/main" id="{75109A57-9574-4381-1758-5AE771884CF2}"/>
              </a:ext>
            </a:extLst>
          </p:cNvPr>
          <p:cNvSpPr/>
          <p:nvPr/>
        </p:nvSpPr>
        <p:spPr>
          <a:xfrm>
            <a:off x="9845082" y="1595823"/>
            <a:ext cx="128542" cy="125280"/>
          </a:xfrm>
          <a:prstGeom prst="flowChartConnector">
            <a:avLst/>
          </a:prstGeom>
          <a:ln w="38100">
            <a:solidFill>
              <a:srgbClr val="FFE9D6"/>
            </a:solidFill>
          </a:ln>
        </p:spPr>
        <p:style>
          <a:lnRef idx="2">
            <a:schemeClr val="accent1">
              <a:shade val="15000"/>
            </a:schemeClr>
          </a:lnRef>
          <a:fillRef idx="1">
            <a:schemeClr val="accent1"/>
          </a:fillRef>
          <a:effectRef idx="0">
            <a:schemeClr val="accent1"/>
          </a:effectRef>
          <a:fontRef idx="minor">
            <a:schemeClr val="lt1"/>
          </a:fontRef>
        </p:style>
        <p:txBody>
          <a:bodyPr wrap="none" lIns="3657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Contacto directo del integrador</a:t>
            </a:r>
          </a:p>
        </p:txBody>
      </p:sp>
      <p:sp>
        <p:nvSpPr>
          <p:cNvPr id="36" name="TextBox 35">
            <a:extLst>
              <a:ext uri="{FF2B5EF4-FFF2-40B4-BE49-F238E27FC236}">
                <a16:creationId xmlns:a16="http://schemas.microsoft.com/office/drawing/2014/main" id="{1A92F707-E64F-FD40-BA10-01BAAF4A4AB4}"/>
              </a:ext>
            </a:extLst>
          </p:cNvPr>
          <p:cNvSpPr txBox="1"/>
          <p:nvPr/>
        </p:nvSpPr>
        <p:spPr>
          <a:xfrm rot="16200000">
            <a:off x="-196415" y="5919574"/>
            <a:ext cx="917741" cy="107802"/>
          </a:xfrm>
          <a:prstGeom prst="rect">
            <a:avLst/>
          </a:prstGeom>
          <a:no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Resp</a:t>
            </a:r>
            <a:r>
              <a:rPr kumimoji="0" lang="es-ES_tradnl" sz="8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Soporte</a:t>
            </a:r>
          </a:p>
        </p:txBody>
      </p:sp>
      <p:cxnSp>
        <p:nvCxnSpPr>
          <p:cNvPr id="39" name="Straight Connector 38">
            <a:extLst>
              <a:ext uri="{FF2B5EF4-FFF2-40B4-BE49-F238E27FC236}">
                <a16:creationId xmlns:a16="http://schemas.microsoft.com/office/drawing/2014/main" id="{B6BA8FF5-463E-B482-2712-96D19BE6AFDD}"/>
              </a:ext>
            </a:extLst>
          </p:cNvPr>
          <p:cNvCxnSpPr>
            <a:cxnSpLocks/>
          </p:cNvCxnSpPr>
          <p:nvPr/>
        </p:nvCxnSpPr>
        <p:spPr>
          <a:xfrm>
            <a:off x="333274" y="5533941"/>
            <a:ext cx="0" cy="879069"/>
          </a:xfrm>
          <a:prstGeom prst="line">
            <a:avLst/>
          </a:prstGeom>
          <a:ln w="635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21" name="Group 159">
            <a:extLst>
              <a:ext uri="{FF2B5EF4-FFF2-40B4-BE49-F238E27FC236}">
                <a16:creationId xmlns:a16="http://schemas.microsoft.com/office/drawing/2014/main" id="{35F4EC3C-7F7D-6B53-F2A2-FB0B32ECB5D9}"/>
              </a:ext>
            </a:extLst>
          </p:cNvPr>
          <p:cNvGrpSpPr>
            <a:grpSpLocks noChangeAspect="1"/>
          </p:cNvGrpSpPr>
          <p:nvPr/>
        </p:nvGrpSpPr>
        <p:grpSpPr bwMode="auto">
          <a:xfrm>
            <a:off x="11755438" y="580471"/>
            <a:ext cx="228098" cy="228098"/>
            <a:chOff x="4478" y="2999"/>
            <a:chExt cx="426" cy="426"/>
          </a:xfrm>
          <a:solidFill>
            <a:schemeClr val="tx2"/>
          </a:solidFill>
        </p:grpSpPr>
        <p:sp>
          <p:nvSpPr>
            <p:cNvPr id="22" name="Freeform 160">
              <a:extLst>
                <a:ext uri="{FF2B5EF4-FFF2-40B4-BE49-F238E27FC236}">
                  <a16:creationId xmlns:a16="http://schemas.microsoft.com/office/drawing/2014/main" id="{97802AFA-5599-68D8-479B-B2547042A501}"/>
                </a:ext>
              </a:extLst>
            </p:cNvPr>
            <p:cNvSpPr>
              <a:spLocks noEditPoints="1"/>
            </p:cNvSpPr>
            <p:nvPr/>
          </p:nvSpPr>
          <p:spPr bwMode="auto">
            <a:xfrm>
              <a:off x="4478" y="2999"/>
              <a:ext cx="426" cy="426"/>
            </a:xfrm>
            <a:custGeom>
              <a:avLst/>
              <a:gdLst>
                <a:gd name="T0" fmla="*/ 282 w 288"/>
                <a:gd name="T1" fmla="*/ 288 h 288"/>
                <a:gd name="T2" fmla="*/ 6 w 288"/>
                <a:gd name="T3" fmla="*/ 288 h 288"/>
                <a:gd name="T4" fmla="*/ 0 w 288"/>
                <a:gd name="T5" fmla="*/ 282 h 288"/>
                <a:gd name="T6" fmla="*/ 0 w 288"/>
                <a:gd name="T7" fmla="*/ 6 h 288"/>
                <a:gd name="T8" fmla="*/ 6 w 288"/>
                <a:gd name="T9" fmla="*/ 0 h 288"/>
                <a:gd name="T10" fmla="*/ 282 w 288"/>
                <a:gd name="T11" fmla="*/ 0 h 288"/>
                <a:gd name="T12" fmla="*/ 288 w 288"/>
                <a:gd name="T13" fmla="*/ 6 h 288"/>
                <a:gd name="T14" fmla="*/ 288 w 288"/>
                <a:gd name="T15" fmla="*/ 282 h 288"/>
                <a:gd name="T16" fmla="*/ 282 w 288"/>
                <a:gd name="T17" fmla="*/ 288 h 288"/>
                <a:gd name="T18" fmla="*/ 12 w 288"/>
                <a:gd name="T19" fmla="*/ 276 h 288"/>
                <a:gd name="T20" fmla="*/ 276 w 288"/>
                <a:gd name="T21" fmla="*/ 276 h 288"/>
                <a:gd name="T22" fmla="*/ 276 w 288"/>
                <a:gd name="T23" fmla="*/ 12 h 288"/>
                <a:gd name="T24" fmla="*/ 12 w 288"/>
                <a:gd name="T25" fmla="*/ 12 h 288"/>
                <a:gd name="T26" fmla="*/ 12 w 288"/>
                <a:gd name="T27"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88">
                  <a:moveTo>
                    <a:pt x="282" y="288"/>
                  </a:moveTo>
                  <a:cubicBezTo>
                    <a:pt x="6" y="288"/>
                    <a:pt x="6" y="288"/>
                    <a:pt x="6" y="288"/>
                  </a:cubicBezTo>
                  <a:cubicBezTo>
                    <a:pt x="2" y="288"/>
                    <a:pt x="0" y="286"/>
                    <a:pt x="0" y="282"/>
                  </a:cubicBezTo>
                  <a:cubicBezTo>
                    <a:pt x="0" y="6"/>
                    <a:pt x="0" y="6"/>
                    <a:pt x="0" y="6"/>
                  </a:cubicBezTo>
                  <a:cubicBezTo>
                    <a:pt x="0" y="3"/>
                    <a:pt x="2" y="0"/>
                    <a:pt x="6" y="0"/>
                  </a:cubicBezTo>
                  <a:cubicBezTo>
                    <a:pt x="282" y="0"/>
                    <a:pt x="282" y="0"/>
                    <a:pt x="282" y="0"/>
                  </a:cubicBezTo>
                  <a:cubicBezTo>
                    <a:pt x="285" y="0"/>
                    <a:pt x="288" y="3"/>
                    <a:pt x="288" y="6"/>
                  </a:cubicBezTo>
                  <a:cubicBezTo>
                    <a:pt x="288" y="282"/>
                    <a:pt x="288" y="282"/>
                    <a:pt x="288" y="282"/>
                  </a:cubicBezTo>
                  <a:cubicBezTo>
                    <a:pt x="288" y="286"/>
                    <a:pt x="285" y="288"/>
                    <a:pt x="282" y="288"/>
                  </a:cubicBezTo>
                  <a:close/>
                  <a:moveTo>
                    <a:pt x="12" y="276"/>
                  </a:moveTo>
                  <a:cubicBezTo>
                    <a:pt x="276" y="276"/>
                    <a:pt x="276" y="276"/>
                    <a:pt x="276" y="276"/>
                  </a:cubicBezTo>
                  <a:cubicBezTo>
                    <a:pt x="276" y="12"/>
                    <a:pt x="276" y="12"/>
                    <a:pt x="276" y="12"/>
                  </a:cubicBezTo>
                  <a:cubicBezTo>
                    <a:pt x="12" y="12"/>
                    <a:pt x="12" y="12"/>
                    <a:pt x="12" y="12"/>
                  </a:cubicBezTo>
                  <a:lnTo>
                    <a:pt x="12" y="276"/>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_tradnl" sz="1800" b="0" i="0" u="none" strike="noStrike" kern="0" cap="none" spc="0" normalizeH="0" baseline="0" noProof="0">
                <a:ln>
                  <a:noFill/>
                </a:ln>
                <a:solidFill>
                  <a:srgbClr val="96958C"/>
                </a:solidFill>
                <a:effectLst/>
                <a:uLnTx/>
                <a:uFillTx/>
                <a:latin typeface="Arial" panose="020B0604020202020204"/>
                <a:ea typeface="+mn-ea"/>
                <a:cs typeface="Arial" charset="0"/>
              </a:endParaRPr>
            </a:p>
          </p:txBody>
        </p:sp>
        <p:sp>
          <p:nvSpPr>
            <p:cNvPr id="25" name="Freeform 161">
              <a:hlinkClick r:id="rId11" action="ppaction://hlinksldjump"/>
              <a:extLst>
                <a:ext uri="{FF2B5EF4-FFF2-40B4-BE49-F238E27FC236}">
                  <a16:creationId xmlns:a16="http://schemas.microsoft.com/office/drawing/2014/main" id="{3567BB42-BA53-60E8-5E54-5FF526526710}"/>
                </a:ext>
              </a:extLst>
            </p:cNvPr>
            <p:cNvSpPr>
              <a:spLocks/>
            </p:cNvSpPr>
            <p:nvPr/>
          </p:nvSpPr>
          <p:spPr bwMode="auto">
            <a:xfrm>
              <a:off x="4627" y="3097"/>
              <a:ext cx="126" cy="230"/>
            </a:xfrm>
            <a:custGeom>
              <a:avLst/>
              <a:gdLst>
                <a:gd name="T0" fmla="*/ 79 w 85"/>
                <a:gd name="T1" fmla="*/ 156 h 156"/>
                <a:gd name="T2" fmla="*/ 74 w 85"/>
                <a:gd name="T3" fmla="*/ 154 h 156"/>
                <a:gd name="T4" fmla="*/ 2 w 85"/>
                <a:gd name="T5" fmla="*/ 82 h 156"/>
                <a:gd name="T6" fmla="*/ 2 w 85"/>
                <a:gd name="T7" fmla="*/ 74 h 156"/>
                <a:gd name="T8" fmla="*/ 74 w 85"/>
                <a:gd name="T9" fmla="*/ 2 h 156"/>
                <a:gd name="T10" fmla="*/ 83 w 85"/>
                <a:gd name="T11" fmla="*/ 2 h 156"/>
                <a:gd name="T12" fmla="*/ 83 w 85"/>
                <a:gd name="T13" fmla="*/ 10 h 156"/>
                <a:gd name="T14" fmla="*/ 15 w 85"/>
                <a:gd name="T15" fmla="*/ 78 h 156"/>
                <a:gd name="T16" fmla="*/ 83 w 85"/>
                <a:gd name="T17" fmla="*/ 146 h 156"/>
                <a:gd name="T18" fmla="*/ 83 w 85"/>
                <a:gd name="T19" fmla="*/ 154 h 156"/>
                <a:gd name="T20" fmla="*/ 79 w 85"/>
                <a:gd name="T2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156">
                  <a:moveTo>
                    <a:pt x="79" y="156"/>
                  </a:moveTo>
                  <a:cubicBezTo>
                    <a:pt x="77" y="156"/>
                    <a:pt x="76" y="156"/>
                    <a:pt x="74" y="154"/>
                  </a:cubicBezTo>
                  <a:cubicBezTo>
                    <a:pt x="2" y="82"/>
                    <a:pt x="2" y="82"/>
                    <a:pt x="2" y="82"/>
                  </a:cubicBezTo>
                  <a:cubicBezTo>
                    <a:pt x="0" y="80"/>
                    <a:pt x="0" y="76"/>
                    <a:pt x="2" y="74"/>
                  </a:cubicBezTo>
                  <a:cubicBezTo>
                    <a:pt x="74" y="2"/>
                    <a:pt x="74" y="2"/>
                    <a:pt x="74" y="2"/>
                  </a:cubicBezTo>
                  <a:cubicBezTo>
                    <a:pt x="77" y="0"/>
                    <a:pt x="80" y="0"/>
                    <a:pt x="83" y="2"/>
                  </a:cubicBezTo>
                  <a:cubicBezTo>
                    <a:pt x="85" y="4"/>
                    <a:pt x="85" y="8"/>
                    <a:pt x="83" y="10"/>
                  </a:cubicBezTo>
                  <a:cubicBezTo>
                    <a:pt x="15" y="78"/>
                    <a:pt x="15" y="78"/>
                    <a:pt x="15" y="78"/>
                  </a:cubicBezTo>
                  <a:cubicBezTo>
                    <a:pt x="83" y="146"/>
                    <a:pt x="83" y="146"/>
                    <a:pt x="83" y="146"/>
                  </a:cubicBezTo>
                  <a:cubicBezTo>
                    <a:pt x="85" y="148"/>
                    <a:pt x="85" y="152"/>
                    <a:pt x="83" y="154"/>
                  </a:cubicBezTo>
                  <a:cubicBezTo>
                    <a:pt x="82" y="156"/>
                    <a:pt x="80" y="156"/>
                    <a:pt x="79" y="156"/>
                  </a:cubicBez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_tradnl" sz="1800" b="0" i="0" u="none" strike="noStrike" kern="0" cap="none" spc="0" normalizeH="0" baseline="0" noProof="0">
                <a:ln>
                  <a:noFill/>
                </a:ln>
                <a:solidFill>
                  <a:srgbClr val="96958C"/>
                </a:solidFill>
                <a:effectLst/>
                <a:uLnTx/>
                <a:uFillTx/>
                <a:latin typeface="Arial" panose="020B0604020202020204"/>
                <a:ea typeface="+mn-ea"/>
                <a:cs typeface="Arial" charset="0"/>
              </a:endParaRPr>
            </a:p>
          </p:txBody>
        </p:sp>
      </p:grpSp>
      <p:sp>
        <p:nvSpPr>
          <p:cNvPr id="27" name="Rectangle: Rounded Corners 26">
            <a:extLst>
              <a:ext uri="{FF2B5EF4-FFF2-40B4-BE49-F238E27FC236}">
                <a16:creationId xmlns:a16="http://schemas.microsoft.com/office/drawing/2014/main" id="{3C8600AB-4EB4-6117-38FB-8DBC6B8D8526}"/>
              </a:ext>
            </a:extLst>
          </p:cNvPr>
          <p:cNvSpPr/>
          <p:nvPr/>
        </p:nvSpPr>
        <p:spPr>
          <a:xfrm>
            <a:off x="0" y="92166"/>
            <a:ext cx="2745719" cy="206077"/>
          </a:xfrm>
          <a:prstGeom prst="roundRect">
            <a:avLst/>
          </a:prstGeom>
          <a:solidFill>
            <a:srgbClr val="F907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Revisión Comité de seguimiento</a:t>
            </a:r>
          </a:p>
        </p:txBody>
      </p:sp>
      <p:sp>
        <p:nvSpPr>
          <p:cNvPr id="3" name="TextBox 2">
            <a:extLst>
              <a:ext uri="{FF2B5EF4-FFF2-40B4-BE49-F238E27FC236}">
                <a16:creationId xmlns:a16="http://schemas.microsoft.com/office/drawing/2014/main" id="{37C56457-E472-2C3E-966E-8AE2BF85BAD2}"/>
              </a:ext>
            </a:extLst>
          </p:cNvPr>
          <p:cNvSpPr txBox="1"/>
          <p:nvPr/>
        </p:nvSpPr>
        <p:spPr>
          <a:xfrm>
            <a:off x="4688341" y="6145181"/>
            <a:ext cx="1401762" cy="331994"/>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Equipo soporte –</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 Preventa (Kleber)</a:t>
            </a:r>
          </a:p>
        </p:txBody>
      </p:sp>
      <p:sp>
        <p:nvSpPr>
          <p:cNvPr id="29" name="Rectangle 28">
            <a:extLst>
              <a:ext uri="{FF2B5EF4-FFF2-40B4-BE49-F238E27FC236}">
                <a16:creationId xmlns:a16="http://schemas.microsoft.com/office/drawing/2014/main" id="{1B63FC0F-2973-02E7-D66D-ED77EA7110FD}"/>
              </a:ext>
            </a:extLst>
          </p:cNvPr>
          <p:cNvSpPr/>
          <p:nvPr/>
        </p:nvSpPr>
        <p:spPr>
          <a:xfrm>
            <a:off x="380999" y="6444769"/>
            <a:ext cx="8104766" cy="20626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1.</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Se espera que el integrador que trabaje con el modelo de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Partner</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Autorizado (modelo e2e) proporcione recursos dedicados.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700" b="1">
                <a:solidFill>
                  <a:srgbClr val="000000"/>
                </a:solidFill>
                <a:latin typeface="Arial" panose="020B0604020202020204"/>
              </a:rPr>
              <a:t>Nota 2. </a:t>
            </a:r>
            <a:r>
              <a:rPr lang="es-ES" sz="700">
                <a:solidFill>
                  <a:srgbClr val="000000"/>
                </a:solidFill>
                <a:latin typeface="Arial" panose="020B0604020202020204"/>
              </a:rPr>
              <a:t>Refuerzo del uso de ATAC para consultas de fechas de porta, instalación y seguimiento de operaciones en provisión / instalación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3</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En SOHO se reforzará el modelo de entrega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PdV</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Se mantiene abierta una línea de trabajo para recoger el pedido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PdV</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por el canal integrador.</a:t>
            </a:r>
          </a:p>
        </p:txBody>
      </p:sp>
    </p:spTree>
    <p:extLst>
      <p:ext uri="{BB962C8B-B14F-4D97-AF65-F5344CB8AC3E}">
        <p14:creationId xmlns:p14="http://schemas.microsoft.com/office/powerpoint/2010/main" val="528782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5C7D6A-ABEA-C844-D100-0022082BA947}"/>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C030B89B-BC25-21B9-0DCD-7047B25DFB6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10" name="think-cell data - do not delete" hidden="1">
                        <a:extLst>
                          <a:ext uri="{FF2B5EF4-FFF2-40B4-BE49-F238E27FC236}">
                            <a16:creationId xmlns:a16="http://schemas.microsoft.com/office/drawing/2014/main" id="{C030B89B-BC25-21B9-0DCD-7047B25DFB6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B6F65-95B5-AD5E-74EA-9E3CB5239BD1}"/>
              </a:ext>
            </a:extLst>
          </p:cNvPr>
          <p:cNvSpPr>
            <a:spLocks noGrp="1"/>
          </p:cNvSpPr>
          <p:nvPr>
            <p:ph type="title"/>
          </p:nvPr>
        </p:nvSpPr>
        <p:spPr/>
        <p:txBody>
          <a:bodyPr vert="horz"/>
          <a:lstStyle/>
          <a:p>
            <a:r>
              <a:rPr lang="es-ES_tradnl" noProof="0"/>
              <a:t>Deep-dive: Soporte Canal Integrador</a:t>
            </a:r>
          </a:p>
        </p:txBody>
      </p:sp>
      <p:sp>
        <p:nvSpPr>
          <p:cNvPr id="4" name="Subtitle 2">
            <a:extLst>
              <a:ext uri="{FF2B5EF4-FFF2-40B4-BE49-F238E27FC236}">
                <a16:creationId xmlns:a16="http://schemas.microsoft.com/office/drawing/2014/main" id="{493EFB47-F24B-97B7-D165-9F7DB8D9A2A3}"/>
              </a:ext>
            </a:extLst>
          </p:cNvPr>
          <p:cNvSpPr>
            <a:spLocks noGrp="1"/>
          </p:cNvSpPr>
          <p:nvPr>
            <p:ph type="subTitle" idx="13"/>
          </p:nvPr>
        </p:nvSpPr>
        <p:spPr>
          <a:xfrm>
            <a:off x="381000" y="860572"/>
            <a:ext cx="11430000" cy="553998"/>
          </a:xfrm>
        </p:spPr>
        <p:txBody>
          <a:bodyPr/>
          <a:lstStyle/>
          <a:p>
            <a:r>
              <a:rPr lang="es-ES_tradnl" noProof="0"/>
              <a:t>Se establece un equipo soporte (NTT) en fase inicial (‘infancia’), con el IAM como punto único de contacto y escalado a soporte especializado</a:t>
            </a:r>
          </a:p>
        </p:txBody>
      </p:sp>
      <p:grpSp>
        <p:nvGrpSpPr>
          <p:cNvPr id="18" name="Group 159">
            <a:extLst>
              <a:ext uri="{FF2B5EF4-FFF2-40B4-BE49-F238E27FC236}">
                <a16:creationId xmlns:a16="http://schemas.microsoft.com/office/drawing/2014/main" id="{3F5164E8-7E33-EFF4-8E72-AFAF61443274}"/>
              </a:ext>
            </a:extLst>
          </p:cNvPr>
          <p:cNvGrpSpPr>
            <a:grpSpLocks noChangeAspect="1"/>
          </p:cNvGrpSpPr>
          <p:nvPr/>
        </p:nvGrpSpPr>
        <p:grpSpPr bwMode="auto">
          <a:xfrm>
            <a:off x="11755438" y="580471"/>
            <a:ext cx="228098" cy="228098"/>
            <a:chOff x="4478" y="2999"/>
            <a:chExt cx="426" cy="426"/>
          </a:xfrm>
          <a:solidFill>
            <a:schemeClr val="tx2"/>
          </a:solidFill>
        </p:grpSpPr>
        <p:sp>
          <p:nvSpPr>
            <p:cNvPr id="22" name="Freeform 160">
              <a:extLst>
                <a:ext uri="{FF2B5EF4-FFF2-40B4-BE49-F238E27FC236}">
                  <a16:creationId xmlns:a16="http://schemas.microsoft.com/office/drawing/2014/main" id="{7E992989-A347-19C7-E2F7-E9701AB498EE}"/>
                </a:ext>
              </a:extLst>
            </p:cNvPr>
            <p:cNvSpPr>
              <a:spLocks noEditPoints="1"/>
            </p:cNvSpPr>
            <p:nvPr/>
          </p:nvSpPr>
          <p:spPr bwMode="auto">
            <a:xfrm>
              <a:off x="4478" y="2999"/>
              <a:ext cx="426" cy="426"/>
            </a:xfrm>
            <a:custGeom>
              <a:avLst/>
              <a:gdLst>
                <a:gd name="T0" fmla="*/ 282 w 288"/>
                <a:gd name="T1" fmla="*/ 288 h 288"/>
                <a:gd name="T2" fmla="*/ 6 w 288"/>
                <a:gd name="T3" fmla="*/ 288 h 288"/>
                <a:gd name="T4" fmla="*/ 0 w 288"/>
                <a:gd name="T5" fmla="*/ 282 h 288"/>
                <a:gd name="T6" fmla="*/ 0 w 288"/>
                <a:gd name="T7" fmla="*/ 6 h 288"/>
                <a:gd name="T8" fmla="*/ 6 w 288"/>
                <a:gd name="T9" fmla="*/ 0 h 288"/>
                <a:gd name="T10" fmla="*/ 282 w 288"/>
                <a:gd name="T11" fmla="*/ 0 h 288"/>
                <a:gd name="T12" fmla="*/ 288 w 288"/>
                <a:gd name="T13" fmla="*/ 6 h 288"/>
                <a:gd name="T14" fmla="*/ 288 w 288"/>
                <a:gd name="T15" fmla="*/ 282 h 288"/>
                <a:gd name="T16" fmla="*/ 282 w 288"/>
                <a:gd name="T17" fmla="*/ 288 h 288"/>
                <a:gd name="T18" fmla="*/ 12 w 288"/>
                <a:gd name="T19" fmla="*/ 276 h 288"/>
                <a:gd name="T20" fmla="*/ 276 w 288"/>
                <a:gd name="T21" fmla="*/ 276 h 288"/>
                <a:gd name="T22" fmla="*/ 276 w 288"/>
                <a:gd name="T23" fmla="*/ 12 h 288"/>
                <a:gd name="T24" fmla="*/ 12 w 288"/>
                <a:gd name="T25" fmla="*/ 12 h 288"/>
                <a:gd name="T26" fmla="*/ 12 w 288"/>
                <a:gd name="T27"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88">
                  <a:moveTo>
                    <a:pt x="282" y="288"/>
                  </a:moveTo>
                  <a:cubicBezTo>
                    <a:pt x="6" y="288"/>
                    <a:pt x="6" y="288"/>
                    <a:pt x="6" y="288"/>
                  </a:cubicBezTo>
                  <a:cubicBezTo>
                    <a:pt x="2" y="288"/>
                    <a:pt x="0" y="286"/>
                    <a:pt x="0" y="282"/>
                  </a:cubicBezTo>
                  <a:cubicBezTo>
                    <a:pt x="0" y="6"/>
                    <a:pt x="0" y="6"/>
                    <a:pt x="0" y="6"/>
                  </a:cubicBezTo>
                  <a:cubicBezTo>
                    <a:pt x="0" y="3"/>
                    <a:pt x="2" y="0"/>
                    <a:pt x="6" y="0"/>
                  </a:cubicBezTo>
                  <a:cubicBezTo>
                    <a:pt x="282" y="0"/>
                    <a:pt x="282" y="0"/>
                    <a:pt x="282" y="0"/>
                  </a:cubicBezTo>
                  <a:cubicBezTo>
                    <a:pt x="285" y="0"/>
                    <a:pt x="288" y="3"/>
                    <a:pt x="288" y="6"/>
                  </a:cubicBezTo>
                  <a:cubicBezTo>
                    <a:pt x="288" y="282"/>
                    <a:pt x="288" y="282"/>
                    <a:pt x="288" y="282"/>
                  </a:cubicBezTo>
                  <a:cubicBezTo>
                    <a:pt x="288" y="286"/>
                    <a:pt x="285" y="288"/>
                    <a:pt x="282" y="288"/>
                  </a:cubicBezTo>
                  <a:close/>
                  <a:moveTo>
                    <a:pt x="12" y="276"/>
                  </a:moveTo>
                  <a:cubicBezTo>
                    <a:pt x="276" y="276"/>
                    <a:pt x="276" y="276"/>
                    <a:pt x="276" y="276"/>
                  </a:cubicBezTo>
                  <a:cubicBezTo>
                    <a:pt x="276" y="12"/>
                    <a:pt x="276" y="12"/>
                    <a:pt x="276" y="12"/>
                  </a:cubicBezTo>
                  <a:cubicBezTo>
                    <a:pt x="12" y="12"/>
                    <a:pt x="12" y="12"/>
                    <a:pt x="12" y="12"/>
                  </a:cubicBezTo>
                  <a:lnTo>
                    <a:pt x="12" y="276"/>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_tradnl" sz="1800" b="0" i="0" u="none" strike="noStrike" kern="0" cap="none" spc="0" normalizeH="0" baseline="0" noProof="0">
                <a:ln>
                  <a:noFill/>
                </a:ln>
                <a:solidFill>
                  <a:srgbClr val="96958C"/>
                </a:solidFill>
                <a:effectLst/>
                <a:uLnTx/>
                <a:uFillTx/>
                <a:latin typeface="Arial" panose="020B0604020202020204"/>
                <a:ea typeface="+mn-ea"/>
                <a:cs typeface="Arial" charset="0"/>
              </a:endParaRPr>
            </a:p>
          </p:txBody>
        </p:sp>
        <p:sp>
          <p:nvSpPr>
            <p:cNvPr id="26" name="Freeform 161">
              <a:hlinkClick r:id="rId7" action="ppaction://hlinksldjump"/>
              <a:extLst>
                <a:ext uri="{FF2B5EF4-FFF2-40B4-BE49-F238E27FC236}">
                  <a16:creationId xmlns:a16="http://schemas.microsoft.com/office/drawing/2014/main" id="{139318BC-7D42-BFCE-FB3E-7D7A9298DBF5}"/>
                </a:ext>
              </a:extLst>
            </p:cNvPr>
            <p:cNvSpPr>
              <a:spLocks/>
            </p:cNvSpPr>
            <p:nvPr/>
          </p:nvSpPr>
          <p:spPr bwMode="auto">
            <a:xfrm>
              <a:off x="4627" y="3097"/>
              <a:ext cx="126" cy="230"/>
            </a:xfrm>
            <a:custGeom>
              <a:avLst/>
              <a:gdLst>
                <a:gd name="T0" fmla="*/ 79 w 85"/>
                <a:gd name="T1" fmla="*/ 156 h 156"/>
                <a:gd name="T2" fmla="*/ 74 w 85"/>
                <a:gd name="T3" fmla="*/ 154 h 156"/>
                <a:gd name="T4" fmla="*/ 2 w 85"/>
                <a:gd name="T5" fmla="*/ 82 h 156"/>
                <a:gd name="T6" fmla="*/ 2 w 85"/>
                <a:gd name="T7" fmla="*/ 74 h 156"/>
                <a:gd name="T8" fmla="*/ 74 w 85"/>
                <a:gd name="T9" fmla="*/ 2 h 156"/>
                <a:gd name="T10" fmla="*/ 83 w 85"/>
                <a:gd name="T11" fmla="*/ 2 h 156"/>
                <a:gd name="T12" fmla="*/ 83 w 85"/>
                <a:gd name="T13" fmla="*/ 10 h 156"/>
                <a:gd name="T14" fmla="*/ 15 w 85"/>
                <a:gd name="T15" fmla="*/ 78 h 156"/>
                <a:gd name="T16" fmla="*/ 83 w 85"/>
                <a:gd name="T17" fmla="*/ 146 h 156"/>
                <a:gd name="T18" fmla="*/ 83 w 85"/>
                <a:gd name="T19" fmla="*/ 154 h 156"/>
                <a:gd name="T20" fmla="*/ 79 w 85"/>
                <a:gd name="T2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156">
                  <a:moveTo>
                    <a:pt x="79" y="156"/>
                  </a:moveTo>
                  <a:cubicBezTo>
                    <a:pt x="77" y="156"/>
                    <a:pt x="76" y="156"/>
                    <a:pt x="74" y="154"/>
                  </a:cubicBezTo>
                  <a:cubicBezTo>
                    <a:pt x="2" y="82"/>
                    <a:pt x="2" y="82"/>
                    <a:pt x="2" y="82"/>
                  </a:cubicBezTo>
                  <a:cubicBezTo>
                    <a:pt x="0" y="80"/>
                    <a:pt x="0" y="76"/>
                    <a:pt x="2" y="74"/>
                  </a:cubicBezTo>
                  <a:cubicBezTo>
                    <a:pt x="74" y="2"/>
                    <a:pt x="74" y="2"/>
                    <a:pt x="74" y="2"/>
                  </a:cubicBezTo>
                  <a:cubicBezTo>
                    <a:pt x="77" y="0"/>
                    <a:pt x="80" y="0"/>
                    <a:pt x="83" y="2"/>
                  </a:cubicBezTo>
                  <a:cubicBezTo>
                    <a:pt x="85" y="4"/>
                    <a:pt x="85" y="8"/>
                    <a:pt x="83" y="10"/>
                  </a:cubicBezTo>
                  <a:cubicBezTo>
                    <a:pt x="15" y="78"/>
                    <a:pt x="15" y="78"/>
                    <a:pt x="15" y="78"/>
                  </a:cubicBezTo>
                  <a:cubicBezTo>
                    <a:pt x="83" y="146"/>
                    <a:pt x="83" y="146"/>
                    <a:pt x="83" y="146"/>
                  </a:cubicBezTo>
                  <a:cubicBezTo>
                    <a:pt x="85" y="148"/>
                    <a:pt x="85" y="152"/>
                    <a:pt x="83" y="154"/>
                  </a:cubicBezTo>
                  <a:cubicBezTo>
                    <a:pt x="82" y="156"/>
                    <a:pt x="80" y="156"/>
                    <a:pt x="79" y="156"/>
                  </a:cubicBez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_tradnl" sz="1800" b="0" i="0" u="none" strike="noStrike" kern="0" cap="none" spc="0" normalizeH="0" baseline="0" noProof="0">
                <a:ln>
                  <a:noFill/>
                </a:ln>
                <a:solidFill>
                  <a:srgbClr val="96958C"/>
                </a:solidFill>
                <a:effectLst/>
                <a:uLnTx/>
                <a:uFillTx/>
                <a:latin typeface="Arial" panose="020B0604020202020204"/>
                <a:ea typeface="+mn-ea"/>
                <a:cs typeface="Arial" charset="0"/>
              </a:endParaRPr>
            </a:p>
          </p:txBody>
        </p:sp>
      </p:grpSp>
      <p:sp>
        <p:nvSpPr>
          <p:cNvPr id="27" name="Rectangle: Rounded Corners 26">
            <a:extLst>
              <a:ext uri="{FF2B5EF4-FFF2-40B4-BE49-F238E27FC236}">
                <a16:creationId xmlns:a16="http://schemas.microsoft.com/office/drawing/2014/main" id="{9679FEA3-2103-35BA-931B-5066E90503C4}"/>
              </a:ext>
            </a:extLst>
          </p:cNvPr>
          <p:cNvSpPr/>
          <p:nvPr/>
        </p:nvSpPr>
        <p:spPr>
          <a:xfrm>
            <a:off x="0" y="92166"/>
            <a:ext cx="2745719" cy="206077"/>
          </a:xfrm>
          <a:prstGeom prst="roundRect">
            <a:avLst/>
          </a:prstGeom>
          <a:solidFill>
            <a:srgbClr val="F907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Revisión Comité de seguimiento</a:t>
            </a:r>
          </a:p>
        </p:txBody>
      </p:sp>
      <p:sp>
        <p:nvSpPr>
          <p:cNvPr id="8" name="Rectangle 7">
            <a:extLst>
              <a:ext uri="{FF2B5EF4-FFF2-40B4-BE49-F238E27FC236}">
                <a16:creationId xmlns:a16="http://schemas.microsoft.com/office/drawing/2014/main" id="{7C7FB85E-CCDC-D417-5221-0F37A4C71A75}"/>
              </a:ext>
            </a:extLst>
          </p:cNvPr>
          <p:cNvSpPr/>
          <p:nvPr/>
        </p:nvSpPr>
        <p:spPr>
          <a:xfrm>
            <a:off x="381000" y="6517888"/>
            <a:ext cx="8104766" cy="324993"/>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1.</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Estimado 1 FTE por cada 5 integradores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2</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La preventa básica deberá ser asumida por el integrador tras la formación y primeras operaciones.</a:t>
            </a:r>
          </a:p>
        </p:txBody>
      </p:sp>
      <p:sp>
        <p:nvSpPr>
          <p:cNvPr id="57" name="TextBox 56">
            <a:extLst>
              <a:ext uri="{FF2B5EF4-FFF2-40B4-BE49-F238E27FC236}">
                <a16:creationId xmlns:a16="http://schemas.microsoft.com/office/drawing/2014/main" id="{30870949-556E-658E-0DB1-22056100FC76}"/>
              </a:ext>
            </a:extLst>
          </p:cNvPr>
          <p:cNvSpPr txBox="1"/>
          <p:nvPr/>
        </p:nvSpPr>
        <p:spPr>
          <a:xfrm>
            <a:off x="7032958" y="1835422"/>
            <a:ext cx="4716000" cy="4530401"/>
          </a:xfrm>
          <a:prstGeom prst="rect">
            <a:avLst/>
          </a:prstGeom>
          <a:solidFill>
            <a:schemeClr val="accent3">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6" name="TextBox 55">
            <a:extLst>
              <a:ext uri="{FF2B5EF4-FFF2-40B4-BE49-F238E27FC236}">
                <a16:creationId xmlns:a16="http://schemas.microsoft.com/office/drawing/2014/main" id="{236B17B6-DA7F-00E5-5E9E-0DA1040E51E3}"/>
              </a:ext>
            </a:extLst>
          </p:cNvPr>
          <p:cNvSpPr txBox="1"/>
          <p:nvPr/>
        </p:nvSpPr>
        <p:spPr>
          <a:xfrm>
            <a:off x="2208582" y="1835422"/>
            <a:ext cx="4716000" cy="4530401"/>
          </a:xfrm>
          <a:prstGeom prst="rect">
            <a:avLst/>
          </a:prstGeom>
          <a:solidFill>
            <a:schemeClr val="accent3">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03B2CD18-4105-557F-B7BC-A88C3D82C06E}"/>
              </a:ext>
            </a:extLst>
          </p:cNvPr>
          <p:cNvSpPr txBox="1"/>
          <p:nvPr/>
        </p:nvSpPr>
        <p:spPr>
          <a:xfrm>
            <a:off x="2208582" y="1570800"/>
            <a:ext cx="4716000" cy="251817"/>
          </a:xfrm>
          <a:prstGeom prst="rect">
            <a:avLst/>
          </a:prstGeom>
          <a:solidFill>
            <a:schemeClr val="accent1"/>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Arial" panose="020B0604020202020204"/>
                <a:ea typeface="+mn-ea"/>
                <a:cs typeface="+mn-cs"/>
              </a:rPr>
              <a:t>IAM</a:t>
            </a:r>
          </a:p>
        </p:txBody>
      </p:sp>
      <p:sp>
        <p:nvSpPr>
          <p:cNvPr id="44" name="TextBox 43">
            <a:extLst>
              <a:ext uri="{FF2B5EF4-FFF2-40B4-BE49-F238E27FC236}">
                <a16:creationId xmlns:a16="http://schemas.microsoft.com/office/drawing/2014/main" id="{45D00C0F-B4C3-B545-6F35-32AB7F18E730}"/>
              </a:ext>
            </a:extLst>
          </p:cNvPr>
          <p:cNvSpPr txBox="1"/>
          <p:nvPr/>
        </p:nvSpPr>
        <p:spPr>
          <a:xfrm>
            <a:off x="7038572" y="1570800"/>
            <a:ext cx="4716000" cy="251817"/>
          </a:xfrm>
          <a:prstGeom prst="rect">
            <a:avLst/>
          </a:prstGeom>
          <a:solidFill>
            <a:schemeClr val="accent1"/>
          </a:solidFill>
        </p:spPr>
        <p:txBody>
          <a:bodyPr wrap="square" anchor="ctr">
            <a:noAutofit/>
          </a:bodyPr>
          <a:lstStyle>
            <a:defPPr>
              <a:defRPr lang="en-US"/>
            </a:defPPr>
            <a:lvl1pPr algn="ctr">
              <a:defRPr sz="14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FFFFFF"/>
                </a:solidFill>
                <a:effectLst/>
                <a:uLnTx/>
                <a:uFillTx/>
                <a:latin typeface="Arial" panose="020B0604020202020204"/>
                <a:ea typeface="+mn-ea"/>
                <a:cs typeface="+mn-cs"/>
              </a:rPr>
              <a:t>Equipo de soporte</a:t>
            </a:r>
          </a:p>
        </p:txBody>
      </p:sp>
      <p:sp>
        <p:nvSpPr>
          <p:cNvPr id="19" name="TextBox 18">
            <a:extLst>
              <a:ext uri="{FF2B5EF4-FFF2-40B4-BE49-F238E27FC236}">
                <a16:creationId xmlns:a16="http://schemas.microsoft.com/office/drawing/2014/main" id="{8D99AD0E-D44B-7DBD-E516-75D3E611A9A4}"/>
              </a:ext>
            </a:extLst>
          </p:cNvPr>
          <p:cNvSpPr txBox="1"/>
          <p:nvPr/>
        </p:nvSpPr>
        <p:spPr>
          <a:xfrm>
            <a:off x="2170081" y="1831524"/>
            <a:ext cx="4800934" cy="1131888"/>
          </a:xfrm>
          <a:prstGeom prst="rect">
            <a:avLst/>
          </a:prstGeom>
          <a:noFill/>
          <a:ln>
            <a:noFill/>
          </a:ln>
        </p:spPr>
        <p:txBody>
          <a:bodyPr wrap="square" anchor="t">
            <a:noAutofit/>
          </a:bodyPr>
          <a:lstStyle/>
          <a:p>
            <a:pPr marL="182563" marR="0" lvl="1"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1x Rol: Principal punto de contacto para los integradores durante todo el proceso e2e,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que será el responsable de la coordinación y gestión del canal e2e </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1 FTE interno.</a:t>
            </a:r>
          </a:p>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s-ES_tradnl" sz="4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00" b="0" i="1" u="none" strike="noStrike" kern="1200" cap="none" spc="0" normalizeH="0" baseline="0" noProof="0">
                <a:ln>
                  <a:noFill/>
                </a:ln>
                <a:solidFill>
                  <a:srgbClr val="000000"/>
                </a:solidFill>
                <a:effectLst/>
                <a:uLnTx/>
                <a:uFillTx/>
                <a:latin typeface="Arial" panose="020B0604020202020204"/>
                <a:ea typeface="+mn-ea"/>
                <a:cs typeface="+mn-cs"/>
              </a:rPr>
              <a:t>Se compartirá correo, teams y teléfono de IAM con el integrador</a:t>
            </a:r>
          </a:p>
        </p:txBody>
      </p:sp>
      <p:sp>
        <p:nvSpPr>
          <p:cNvPr id="20" name="TextBox 19">
            <a:extLst>
              <a:ext uri="{FF2B5EF4-FFF2-40B4-BE49-F238E27FC236}">
                <a16:creationId xmlns:a16="http://schemas.microsoft.com/office/drawing/2014/main" id="{4060EEC1-2568-9C95-8F3C-D5641892D6C6}"/>
              </a:ext>
            </a:extLst>
          </p:cNvPr>
          <p:cNvSpPr txBox="1"/>
          <p:nvPr/>
        </p:nvSpPr>
        <p:spPr>
          <a:xfrm>
            <a:off x="7005566" y="1831524"/>
            <a:ext cx="4800934" cy="1131888"/>
          </a:xfrm>
          <a:prstGeom prst="rect">
            <a:avLst/>
          </a:prstGeom>
          <a:noFill/>
          <a:ln>
            <a:noFill/>
          </a:ln>
        </p:spPr>
        <p:txBody>
          <a:bodyPr wrap="square" anchor="t">
            <a:noAutofit/>
          </a:bodyPr>
          <a:lstStyle>
            <a:defPPr>
              <a:defRPr lang="en-US"/>
            </a:defPPr>
            <a:lvl1pPr marL="285750" indent="-285750">
              <a:buFont typeface="Arial" panose="020B0604020202020204" pitchFamily="34" charset="0"/>
              <a:buChar char="•"/>
              <a:defRPr sz="1100"/>
            </a:lvl1p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Equipo de Soporte temporal NTT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en fase inicial para formación y uso de herramientas (Signa/Mundo B2B/ BOC), con el objetivo de que el integrador alcance autonomía en 1 a 3 meses</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 </a:t>
            </a:r>
            <a:r>
              <a:rPr kumimoji="0" lang="es-ES_tradnl" sz="100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FTEs</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externos.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1x Rol de experto comercial </a:t>
            </a:r>
            <a:r>
              <a:rPr kumimoji="0" lang="es-ES" sz="1000" b="0" i="0" u="none" strike="noStrike" kern="1200" cap="none" spc="0" normalizeH="0" baseline="0" noProof="0">
                <a:ln>
                  <a:noFill/>
                </a:ln>
                <a:solidFill>
                  <a:srgbClr val="000000"/>
                </a:solidFill>
                <a:effectLst/>
                <a:uLnTx/>
                <a:uFillTx/>
                <a:latin typeface="Arial" panose="020B0604020202020204"/>
                <a:ea typeface="+mn-ea"/>
                <a:cs typeface="+mn-cs"/>
              </a:rPr>
              <a:t>principalmente para la gestión de operaciones más complejas </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1 FTE</a:t>
            </a:r>
            <a:r>
              <a:rPr kumimoji="0" lang="es-ES_tradnl" sz="1000" b="0" i="0" u="none" strike="noStrike" kern="1200" cap="none" spc="0" normalizeH="0" baseline="30000" noProof="0">
                <a:ln>
                  <a:noFill/>
                </a:ln>
                <a:solidFill>
                  <a:srgbClr val="000000">
                    <a:lumMod val="50000"/>
                    <a:lumOff val="50000"/>
                  </a:srgbClr>
                </a:solidFill>
                <a:effectLst/>
                <a:uLnTx/>
                <a:uFillTx/>
                <a:latin typeface="Arial" panose="020B0604020202020204"/>
                <a:ea typeface="+mn-ea"/>
                <a:cs typeface="+mn-cs"/>
              </a:rPr>
              <a:t>1</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interno.</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000" b="1" i="0" u="none" strike="noStrike" kern="1200" cap="none" spc="0" normalizeH="0" baseline="0" noProof="0">
                <a:ln>
                  <a:noFill/>
                </a:ln>
                <a:solidFill>
                  <a:srgbClr val="000000"/>
                </a:solidFill>
                <a:effectLst/>
                <a:uLnTx/>
                <a:uFillTx/>
                <a:latin typeface="Arial" panose="020B0604020202020204"/>
                <a:ea typeface="+mn-ea"/>
                <a:cs typeface="+mn-cs"/>
              </a:rPr>
              <a:t>Equipo </a:t>
            </a:r>
            <a:r>
              <a:rPr kumimoji="0" lang="es-ES" sz="1000" b="1" i="0" u="none" strike="noStrike" kern="1200" cap="none" spc="0" normalizeH="0" baseline="0" noProof="0" err="1">
                <a:ln>
                  <a:noFill/>
                </a:ln>
                <a:solidFill>
                  <a:srgbClr val="000000"/>
                </a:solidFill>
                <a:effectLst/>
                <a:uLnTx/>
                <a:uFillTx/>
                <a:latin typeface="Arial" panose="020B0604020202020204"/>
                <a:ea typeface="+mn-ea"/>
                <a:cs typeface="+mn-cs"/>
              </a:rPr>
              <a:t>Kleber</a:t>
            </a:r>
            <a:r>
              <a:rPr kumimoji="0" lang="es-ES" sz="1000" b="1"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s-ES" sz="1000" b="0" i="0" u="none" strike="noStrike" kern="1200" cap="none" spc="0" normalizeH="0" baseline="0" noProof="0">
                <a:ln>
                  <a:noFill/>
                </a:ln>
                <a:solidFill>
                  <a:srgbClr val="000000"/>
                </a:solidFill>
                <a:effectLst/>
                <a:uLnTx/>
                <a:uFillTx/>
                <a:latin typeface="Arial" panose="020B0604020202020204"/>
                <a:ea typeface="+mn-ea"/>
                <a:cs typeface="+mn-cs"/>
              </a:rPr>
              <a:t>que actuará como soporte de preventa para casos complejos</a:t>
            </a:r>
            <a:r>
              <a:rPr kumimoji="0" lang="es-ES" sz="1000" b="0" i="0" u="none" strike="noStrike" kern="1200" cap="none" spc="0" normalizeH="0" baseline="30000" noProof="0">
                <a:ln>
                  <a:noFill/>
                </a:ln>
                <a:solidFill>
                  <a:srgbClr val="000000"/>
                </a:solidFill>
                <a:effectLst/>
                <a:uLnTx/>
                <a:uFillTx/>
                <a:latin typeface="Arial" panose="020B0604020202020204"/>
                <a:ea typeface="+mn-ea"/>
                <a:cs typeface="+mn-cs"/>
              </a:rPr>
              <a:t>2</a:t>
            </a:r>
            <a:r>
              <a:rPr kumimoji="0" lang="es-ES" sz="100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a:t>
            </a:r>
            <a:r>
              <a:rPr kumimoji="0" lang="es-ES_tradnl" sz="100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FTEs</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a:t>
            </a:r>
            <a:r>
              <a:rPr kumimoji="0" lang="es-ES_tradnl" sz="100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Kleber</a:t>
            </a:r>
            <a:r>
              <a:rPr kumimoji="0" lang="es-ES_tradnl" sz="10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a:t>
            </a:r>
            <a:endParaRPr kumimoji="0" lang="es-ES" sz="10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s-ES_tradnl" sz="400" b="0" i="1"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s-ES_tradnl" sz="1000" b="0" i="1" u="none" strike="noStrike" kern="1200" cap="none" spc="0" normalizeH="0" baseline="0" noProof="0">
                <a:ln>
                  <a:noFill/>
                </a:ln>
                <a:solidFill>
                  <a:srgbClr val="000000"/>
                </a:solidFill>
                <a:effectLst/>
                <a:uLnTx/>
                <a:uFillTx/>
                <a:latin typeface="Arial" panose="020B0604020202020204"/>
                <a:ea typeface="+mn-ea"/>
                <a:cs typeface="+mn-cs"/>
              </a:rPr>
              <a:t>Se compartirá correo, </a:t>
            </a:r>
            <a:r>
              <a:rPr kumimoji="0" lang="es-ES_tradnl" sz="1000" b="0" i="1" u="none" strike="noStrike" kern="1200" cap="none" spc="0" normalizeH="0" baseline="0" noProof="0" err="1">
                <a:ln>
                  <a:noFill/>
                </a:ln>
                <a:solidFill>
                  <a:srgbClr val="000000"/>
                </a:solidFill>
                <a:effectLst/>
                <a:uLnTx/>
                <a:uFillTx/>
                <a:latin typeface="Arial" panose="020B0604020202020204"/>
                <a:ea typeface="+mn-ea"/>
                <a:cs typeface="+mn-cs"/>
              </a:rPr>
              <a:t>teams</a:t>
            </a:r>
            <a:r>
              <a:rPr kumimoji="0" lang="es-ES_tradnl" sz="1000" b="0" i="1" u="none" strike="noStrike" kern="1200" cap="none" spc="0" normalizeH="0" baseline="0" noProof="0">
                <a:ln>
                  <a:noFill/>
                </a:ln>
                <a:solidFill>
                  <a:srgbClr val="000000"/>
                </a:solidFill>
                <a:effectLst/>
                <a:uLnTx/>
                <a:uFillTx/>
                <a:latin typeface="Arial" panose="020B0604020202020204"/>
                <a:ea typeface="+mn-ea"/>
                <a:cs typeface="+mn-cs"/>
              </a:rPr>
              <a:t> y teléfono del equipo de soporte con el integrador</a:t>
            </a:r>
          </a:p>
        </p:txBody>
      </p:sp>
      <p:sp>
        <p:nvSpPr>
          <p:cNvPr id="21" name="Rectángulo: esquinas redondeadas 6">
            <a:extLst>
              <a:ext uri="{FF2B5EF4-FFF2-40B4-BE49-F238E27FC236}">
                <a16:creationId xmlns:a16="http://schemas.microsoft.com/office/drawing/2014/main" id="{08D1D20E-B6B8-E285-0D50-FF39B9C0B6E2}"/>
              </a:ext>
            </a:extLst>
          </p:cNvPr>
          <p:cNvSpPr/>
          <p:nvPr/>
        </p:nvSpPr>
        <p:spPr>
          <a:xfrm>
            <a:off x="323558" y="1831524"/>
            <a:ext cx="1798176" cy="702814"/>
          </a:xfrm>
          <a:prstGeom prst="roundRect">
            <a:avLst>
              <a:gd name="adj" fmla="val 0"/>
            </a:avLst>
          </a:prstGeom>
          <a:solidFill>
            <a:schemeClr val="bg1"/>
          </a:solidFill>
          <a:ln w="6350" cap="sq">
            <a:no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Rol</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1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Descripción</a:t>
            </a:r>
            <a:endParaRPr kumimoji="0" lang="es-ES_tradnl" sz="14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5" name="Rectángulo: esquinas redondeadas 6">
            <a:extLst>
              <a:ext uri="{FF2B5EF4-FFF2-40B4-BE49-F238E27FC236}">
                <a16:creationId xmlns:a16="http://schemas.microsoft.com/office/drawing/2014/main" id="{B391F380-E8D0-6FC7-92F9-C90A5025E822}"/>
              </a:ext>
            </a:extLst>
          </p:cNvPr>
          <p:cNvSpPr/>
          <p:nvPr/>
        </p:nvSpPr>
        <p:spPr>
          <a:xfrm>
            <a:off x="323558" y="3235675"/>
            <a:ext cx="1798176" cy="736288"/>
          </a:xfrm>
          <a:prstGeom prst="roundRect">
            <a:avLst>
              <a:gd name="adj" fmla="val 0"/>
            </a:avLst>
          </a:prstGeom>
          <a:solidFill>
            <a:schemeClr val="bg1"/>
          </a:solidFill>
          <a:ln w="6350" cap="sq">
            <a:no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Ambos modelos </a:t>
            </a:r>
            <a:r>
              <a:rPr kumimoji="0" lang="es-ES_tradnl" sz="11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Principales tareas</a:t>
            </a:r>
            <a:endParaRPr kumimoji="0" lang="es-ES_tradnl" sz="11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FFB27BE6-F898-264F-5D0E-8F5051AC8374}"/>
              </a:ext>
            </a:extLst>
          </p:cNvPr>
          <p:cNvSpPr txBox="1"/>
          <p:nvPr/>
        </p:nvSpPr>
        <p:spPr>
          <a:xfrm>
            <a:off x="2170081" y="3235675"/>
            <a:ext cx="4800934" cy="736288"/>
          </a:xfrm>
          <a:prstGeom prst="rect">
            <a:avLst/>
          </a:prstGeom>
          <a:noFill/>
          <a:ln>
            <a:noFill/>
          </a:ln>
        </p:spPr>
        <p:txBody>
          <a:bodyPr wrap="square" anchor="t">
            <a:no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Coordinación y captación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integradores.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Sesiones 1:1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online.</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Sesión </a:t>
            </a:r>
            <a:r>
              <a:rPr kumimoji="0" lang="es-ES_tradnl" sz="1000" b="1" i="0" u="none" strike="noStrike" kern="1200" cap="none" spc="0" normalizeH="0" baseline="0" noProof="0" err="1">
                <a:ln>
                  <a:noFill/>
                </a:ln>
                <a:solidFill>
                  <a:srgbClr val="000000"/>
                </a:solidFill>
                <a:effectLst/>
                <a:uLnTx/>
                <a:uFillTx/>
                <a:latin typeface="Arial" panose="020B0604020202020204"/>
                <a:ea typeface="+mn-ea"/>
                <a:cs typeface="+mn-cs"/>
              </a:rPr>
              <a:t>Kick</a:t>
            </a: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 Off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con Ventas Directas.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Solicitud y recolección de </a:t>
            </a: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documentación contractual</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1" name="TextBox 10">
            <a:extLst>
              <a:ext uri="{FF2B5EF4-FFF2-40B4-BE49-F238E27FC236}">
                <a16:creationId xmlns:a16="http://schemas.microsoft.com/office/drawing/2014/main" id="{B907296E-226D-0469-958E-1BFFE6A20074}"/>
              </a:ext>
            </a:extLst>
          </p:cNvPr>
          <p:cNvSpPr txBox="1"/>
          <p:nvPr/>
        </p:nvSpPr>
        <p:spPr>
          <a:xfrm>
            <a:off x="2170081" y="4013784"/>
            <a:ext cx="4800934" cy="786117"/>
          </a:xfrm>
          <a:prstGeom prst="rect">
            <a:avLst/>
          </a:prstGeom>
          <a:noFill/>
          <a:ln>
            <a:noFill/>
          </a:ln>
        </p:spPr>
        <p:txBody>
          <a:bodyPr wrap="square" anchor="t">
            <a:no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Seguimiento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visitas comerciales, ofertas y ventas.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Alta de integradores en </a:t>
            </a:r>
            <a:r>
              <a:rPr kumimoji="0" lang="es-ES_tradnl" sz="1000" b="1" i="0" u="none" strike="noStrike" kern="1200" cap="none" spc="0" normalizeH="0" baseline="0" noProof="0" err="1">
                <a:ln>
                  <a:noFill/>
                </a:ln>
                <a:solidFill>
                  <a:srgbClr val="000000"/>
                </a:solidFill>
                <a:effectLst/>
                <a:uLnTx/>
                <a:uFillTx/>
                <a:latin typeface="Arial" panose="020B0604020202020204"/>
                <a:ea typeface="+mn-ea"/>
                <a:cs typeface="+mn-cs"/>
              </a:rPr>
              <a:t>MyProc</a:t>
            </a: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(proveedores sin pedido).</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Coordinación del pago de comisiones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al integrador, con apoyo de </a:t>
            </a:r>
            <a:r>
              <a:rPr kumimoji="0" lang="es-ES_tradnl" sz="1000" b="0" i="0" u="none" strike="noStrike" kern="1200" cap="none" spc="0" normalizeH="0" baseline="0" noProof="0" err="1">
                <a:ln>
                  <a:noFill/>
                </a:ln>
                <a:solidFill>
                  <a:srgbClr val="000000"/>
                </a:solidFill>
                <a:effectLst/>
                <a:uLnTx/>
                <a:uFillTx/>
                <a:latin typeface="Arial" panose="020B0604020202020204"/>
                <a:ea typeface="+mn-ea"/>
                <a:cs typeface="+mn-cs"/>
              </a:rPr>
              <a:t>KAMs</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 (oferta) y equipo de Compras (facturas – Gema, Maria Encarnación).</a:t>
            </a:r>
          </a:p>
        </p:txBody>
      </p:sp>
      <p:sp>
        <p:nvSpPr>
          <p:cNvPr id="14" name="TextBox 13">
            <a:extLst>
              <a:ext uri="{FF2B5EF4-FFF2-40B4-BE49-F238E27FC236}">
                <a16:creationId xmlns:a16="http://schemas.microsoft.com/office/drawing/2014/main" id="{EA2EE7A1-BD46-3878-4AA4-0DC83C1885ED}"/>
              </a:ext>
            </a:extLst>
          </p:cNvPr>
          <p:cNvSpPr txBox="1"/>
          <p:nvPr/>
        </p:nvSpPr>
        <p:spPr>
          <a:xfrm>
            <a:off x="2176431" y="4833458"/>
            <a:ext cx="4800934" cy="1506539"/>
          </a:xfrm>
          <a:prstGeom prst="rect">
            <a:avLst/>
          </a:prstGeom>
          <a:noFill/>
          <a:ln>
            <a:noFill/>
          </a:ln>
        </p:spPr>
        <p:txBody>
          <a:bodyPr wrap="square" anchor="t">
            <a:no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Soporte en la provisión / instalación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las operaciones con persona de referencia del equipo de Alicia (el </a:t>
            </a:r>
            <a:r>
              <a:rPr kumimoji="0" lang="es-ES" sz="1000" b="0" i="0" u="none" strike="noStrike" kern="1200" cap="none" spc="0" normalizeH="0" baseline="0" noProof="0">
                <a:ln>
                  <a:noFill/>
                </a:ln>
                <a:solidFill>
                  <a:srgbClr val="000000"/>
                </a:solidFill>
                <a:effectLst/>
                <a:uLnTx/>
                <a:uFillTx/>
                <a:latin typeface="Arial" panose="020B0604020202020204"/>
                <a:ea typeface="+mn-ea"/>
                <a:cs typeface="+mn-cs"/>
              </a:rPr>
              <a:t>IAM filtra las peticiones y escala/consulta a esta persona en caso necesario, a través de un formulario de peticiones).</a:t>
            </a:r>
            <a:endPar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endParaRP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Coordinación de reuniones de seguimiento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comercial con los integradores y </a:t>
            </a:r>
            <a:r>
              <a:rPr kumimoji="0" lang="es-ES_tradnl" sz="1000" b="0" i="0" u="none" strike="noStrike" kern="1200" cap="none" spc="0" normalizeH="0" baseline="0" noProof="0" err="1">
                <a:ln>
                  <a:noFill/>
                </a:ln>
                <a:solidFill>
                  <a:srgbClr val="000000"/>
                </a:solidFill>
                <a:effectLst/>
                <a:uLnTx/>
                <a:uFillTx/>
                <a:latin typeface="Arial" panose="020B0604020202020204"/>
                <a:ea typeface="+mn-ea"/>
                <a:cs typeface="+mn-cs"/>
              </a:rPr>
              <a:t>Didac</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Introducción a las </a:t>
            </a: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herramientas y contenidos formativos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a:t>
            </a:r>
            <a:r>
              <a:rPr kumimoji="0" lang="es-ES_tradnl" sz="1000" b="0" i="0" u="none" strike="noStrike" kern="1200" cap="none" spc="0" normalizeH="0" baseline="0" noProof="0" err="1">
                <a:ln>
                  <a:noFill/>
                </a:ln>
                <a:solidFill>
                  <a:srgbClr val="000000"/>
                </a:solidFill>
                <a:effectLst/>
                <a:uLnTx/>
                <a:uFillTx/>
                <a:latin typeface="Arial" panose="020B0604020202020204"/>
                <a:ea typeface="+mn-ea"/>
                <a:cs typeface="+mn-cs"/>
              </a:rPr>
              <a:t>MasOrange</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Seguimiento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de las ofertas y ventas.</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Seguimiento del pago de comisiones </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y coordinación con equipo de Finanzas (Natalia, </a:t>
            </a:r>
            <a:r>
              <a:rPr kumimoji="0" lang="es-ES_tradnl" sz="1000" b="0" i="0" u="none" strike="noStrike" kern="1200" cap="none" spc="0" normalizeH="0" baseline="0" noProof="0" err="1">
                <a:ln>
                  <a:noFill/>
                </a:ln>
                <a:solidFill>
                  <a:srgbClr val="000000"/>
                </a:solidFill>
                <a:effectLst/>
                <a:uLnTx/>
                <a:uFillTx/>
                <a:latin typeface="Arial" panose="020B0604020202020204"/>
                <a:ea typeface="+mn-ea"/>
                <a:cs typeface="+mn-cs"/>
              </a:rPr>
              <a:t>Criselda</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47" name="Rectángulo: esquinas redondeadas 6">
            <a:extLst>
              <a:ext uri="{FF2B5EF4-FFF2-40B4-BE49-F238E27FC236}">
                <a16:creationId xmlns:a16="http://schemas.microsoft.com/office/drawing/2014/main" id="{C9F78E7A-C053-6838-6B81-F53BEA84B29C}"/>
              </a:ext>
            </a:extLst>
          </p:cNvPr>
          <p:cNvSpPr/>
          <p:nvPr/>
        </p:nvSpPr>
        <p:spPr>
          <a:xfrm>
            <a:off x="323558" y="4013784"/>
            <a:ext cx="1798176" cy="786117"/>
          </a:xfrm>
          <a:prstGeom prst="roundRect">
            <a:avLst>
              <a:gd name="adj" fmla="val 0"/>
            </a:avLst>
          </a:prstGeom>
          <a:solidFill>
            <a:schemeClr val="bg1"/>
          </a:solidFill>
          <a:ln w="6350" cap="sq">
            <a:no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Modelo </a:t>
            </a:r>
            <a:r>
              <a:rPr kumimoji="0" lang="es-ES_tradnl" sz="1400" b="1" i="0" u="none" strike="noStrike" kern="1200" cap="none" spc="0" normalizeH="0" baseline="0" noProof="0" err="1">
                <a:ln>
                  <a:noFill/>
                </a:ln>
                <a:solidFill>
                  <a:srgbClr val="000000">
                    <a:lumMod val="95000"/>
                    <a:lumOff val="5000"/>
                  </a:srgbClr>
                </a:solidFill>
                <a:effectLst/>
                <a:uLnTx/>
                <a:uFillTx/>
                <a:latin typeface="Arial" panose="020B0604020202020204"/>
                <a:ea typeface="+mn-ea"/>
                <a:cs typeface="+mn-cs"/>
              </a:rPr>
              <a:t>Leadgen</a:t>
            </a: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 </a:t>
            </a:r>
            <a:r>
              <a:rPr kumimoji="0" lang="es-ES_tradnl" sz="11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Principales tareas</a:t>
            </a:r>
            <a:endParaRPr kumimoji="0" lang="es-ES_tradnl" sz="11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48" name="Rectángulo: esquinas redondeadas 6">
            <a:extLst>
              <a:ext uri="{FF2B5EF4-FFF2-40B4-BE49-F238E27FC236}">
                <a16:creationId xmlns:a16="http://schemas.microsoft.com/office/drawing/2014/main" id="{F0522580-0314-892B-D835-5800A317AED8}"/>
              </a:ext>
            </a:extLst>
          </p:cNvPr>
          <p:cNvSpPr/>
          <p:nvPr/>
        </p:nvSpPr>
        <p:spPr>
          <a:xfrm>
            <a:off x="323558" y="4833458"/>
            <a:ext cx="1798176" cy="1066898"/>
          </a:xfrm>
          <a:prstGeom prst="roundRect">
            <a:avLst>
              <a:gd name="adj" fmla="val 0"/>
            </a:avLst>
          </a:prstGeom>
          <a:solidFill>
            <a:schemeClr val="bg1"/>
          </a:solidFill>
          <a:ln w="6350" cap="sq">
            <a:noFill/>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Modelo </a:t>
            </a:r>
            <a:r>
              <a:rPr kumimoji="0" lang="es-ES_tradnl" sz="1400" b="1" i="0" u="none" strike="noStrike" kern="1200" cap="none" spc="0" normalizeH="0" baseline="0" noProof="0" err="1">
                <a:ln>
                  <a:noFill/>
                </a:ln>
                <a:solidFill>
                  <a:srgbClr val="000000">
                    <a:lumMod val="95000"/>
                    <a:lumOff val="5000"/>
                  </a:srgbClr>
                </a:solidFill>
                <a:effectLst/>
                <a:uLnTx/>
                <a:uFillTx/>
                <a:latin typeface="Arial" panose="020B0604020202020204"/>
                <a:ea typeface="+mn-ea"/>
                <a:cs typeface="+mn-cs"/>
              </a:rPr>
              <a:t>Partner</a:t>
            </a:r>
            <a:r>
              <a:rPr kumimoji="0" lang="es-ES_tradnl" sz="14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 Autorizado</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_tradnl" sz="1100" b="0"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rPr>
              <a:t>Principales tareas</a:t>
            </a:r>
            <a:endParaRPr kumimoji="0" lang="es-ES_tradnl" sz="1100" b="1" i="0" u="none" strike="noStrike" kern="1200" cap="none" spc="0" normalizeH="0" baseline="0" noProof="0">
              <a:ln>
                <a:noFill/>
              </a:ln>
              <a:solidFill>
                <a:srgbClr val="000000">
                  <a:lumMod val="95000"/>
                  <a:lumOff val="5000"/>
                </a:srgbClr>
              </a:solidFill>
              <a:effectLst/>
              <a:uLnTx/>
              <a:uFillTx/>
              <a:latin typeface="Arial" panose="020B0604020202020204"/>
              <a:ea typeface="+mn-ea"/>
              <a:cs typeface="+mn-cs"/>
            </a:endParaRPr>
          </a:p>
        </p:txBody>
      </p:sp>
      <p:sp>
        <p:nvSpPr>
          <p:cNvPr id="50" name="TextBox 49">
            <a:extLst>
              <a:ext uri="{FF2B5EF4-FFF2-40B4-BE49-F238E27FC236}">
                <a16:creationId xmlns:a16="http://schemas.microsoft.com/office/drawing/2014/main" id="{7B9246ED-C88B-A32D-47BD-55010205F2E0}"/>
              </a:ext>
            </a:extLst>
          </p:cNvPr>
          <p:cNvSpPr txBox="1"/>
          <p:nvPr/>
        </p:nvSpPr>
        <p:spPr>
          <a:xfrm>
            <a:off x="7005566" y="4013784"/>
            <a:ext cx="4800934" cy="786117"/>
          </a:xfrm>
          <a:prstGeom prst="rect">
            <a:avLst/>
          </a:prstGeom>
          <a:noFill/>
          <a:ln>
            <a:noFill/>
          </a:ln>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00" b="1"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Soporte según necesidad (</a:t>
            </a:r>
            <a:r>
              <a:rPr kumimoji="0" lang="es-ES_tradnl" sz="1000" b="1" i="1"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e.g</a:t>
            </a:r>
            <a:r>
              <a:rPr kumimoji="0" lang="es-ES_tradnl" sz="1000" b="1"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dudas sobre la provisión)</a:t>
            </a:r>
          </a:p>
        </p:txBody>
      </p:sp>
      <p:sp>
        <p:nvSpPr>
          <p:cNvPr id="51" name="TextBox 50">
            <a:extLst>
              <a:ext uri="{FF2B5EF4-FFF2-40B4-BE49-F238E27FC236}">
                <a16:creationId xmlns:a16="http://schemas.microsoft.com/office/drawing/2014/main" id="{219D6395-1DCC-DFCA-2D86-99DA64FE68FD}"/>
              </a:ext>
            </a:extLst>
          </p:cNvPr>
          <p:cNvSpPr txBox="1"/>
          <p:nvPr/>
        </p:nvSpPr>
        <p:spPr>
          <a:xfrm>
            <a:off x="7005566" y="4833458"/>
            <a:ext cx="4800934" cy="1506539"/>
          </a:xfrm>
          <a:prstGeom prst="rect">
            <a:avLst/>
          </a:prstGeom>
          <a:noFill/>
          <a:ln>
            <a:noFill/>
          </a:ln>
        </p:spPr>
        <p:txBody>
          <a:bodyPr wrap="square" anchor="t">
            <a:no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Soporte comercial y operativo </a:t>
            </a:r>
            <a:r>
              <a:rPr kumimoji="0" lang="es-ES_tradnl" sz="1000" b="1" i="0" u="none" strike="noStrike" kern="1200" cap="none" spc="0" normalizeH="0" baseline="0" noProof="0">
                <a:ln>
                  <a:noFill/>
                </a:ln>
                <a:solidFill>
                  <a:srgbClr val="FF0000"/>
                </a:solidFill>
                <a:effectLst/>
                <a:uLnTx/>
                <a:uFillTx/>
                <a:latin typeface="Arial" panose="020B0604020202020204"/>
                <a:ea typeface="+mn-ea"/>
                <a:cs typeface="+mn-cs"/>
              </a:rPr>
              <a:t>en casos complejos</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a:p>
            <a:pPr marL="355600" marR="0" lvl="2" indent="-173038"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Generación ofertas Signa cuando aplique por complejidad.</a:t>
            </a:r>
          </a:p>
          <a:p>
            <a:pPr marL="355600" marR="0" lvl="2" indent="-173038"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Soporte en formulario BOC y anexos específicos.</a:t>
            </a:r>
          </a:p>
          <a:p>
            <a:pPr marL="355600" marR="0" lvl="2" indent="-173038"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Soporte en la activación y provisión del servicio (vía IAM).</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_tradnl" sz="1000" b="1" i="0" u="none" strike="noStrike" kern="1200" cap="none" spc="0" normalizeH="0" baseline="0" noProof="0">
                <a:ln>
                  <a:noFill/>
                </a:ln>
                <a:solidFill>
                  <a:srgbClr val="000000"/>
                </a:solidFill>
                <a:effectLst/>
                <a:uLnTx/>
                <a:uFillTx/>
                <a:latin typeface="Arial" panose="020B0604020202020204"/>
                <a:ea typeface="+mn-ea"/>
                <a:cs typeface="+mn-cs"/>
              </a:rPr>
              <a:t>Soporte en postventa</a:t>
            </a:r>
            <a:r>
              <a:rPr kumimoji="0" lang="es-ES_tradnl" sz="10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2" name="TextBox 11">
            <a:extLst>
              <a:ext uri="{FF2B5EF4-FFF2-40B4-BE49-F238E27FC236}">
                <a16:creationId xmlns:a16="http://schemas.microsoft.com/office/drawing/2014/main" id="{5E10DF7E-BC37-B2BA-DD70-1F56BFDC9D09}"/>
              </a:ext>
            </a:extLst>
          </p:cNvPr>
          <p:cNvSpPr txBox="1"/>
          <p:nvPr/>
        </p:nvSpPr>
        <p:spPr>
          <a:xfrm>
            <a:off x="7005566" y="3235675"/>
            <a:ext cx="4800934" cy="736288"/>
          </a:xfrm>
          <a:prstGeom prst="rect">
            <a:avLst/>
          </a:prstGeom>
          <a:noFill/>
          <a:ln>
            <a:noFill/>
          </a:ln>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00" b="1"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N/A</a:t>
            </a:r>
          </a:p>
        </p:txBody>
      </p:sp>
      <p:cxnSp>
        <p:nvCxnSpPr>
          <p:cNvPr id="23" name="Straight Connector 22">
            <a:extLst>
              <a:ext uri="{FF2B5EF4-FFF2-40B4-BE49-F238E27FC236}">
                <a16:creationId xmlns:a16="http://schemas.microsoft.com/office/drawing/2014/main" id="{1BC34B3C-C4C5-F240-1F9D-648FE4469CAB}"/>
              </a:ext>
            </a:extLst>
          </p:cNvPr>
          <p:cNvCxnSpPr>
            <a:cxnSpLocks/>
          </p:cNvCxnSpPr>
          <p:nvPr/>
        </p:nvCxnSpPr>
        <p:spPr>
          <a:xfrm>
            <a:off x="637179" y="3232745"/>
            <a:ext cx="11196000" cy="0"/>
          </a:xfrm>
          <a:prstGeom prst="line">
            <a:avLst/>
          </a:prstGeom>
          <a:ln w="12700">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EAD33C7E-FE02-B5C3-3FFB-C4F333AB8193}"/>
              </a:ext>
            </a:extLst>
          </p:cNvPr>
          <p:cNvCxnSpPr>
            <a:cxnSpLocks/>
          </p:cNvCxnSpPr>
          <p:nvPr/>
        </p:nvCxnSpPr>
        <p:spPr>
          <a:xfrm>
            <a:off x="637179" y="3992471"/>
            <a:ext cx="11196000" cy="1588"/>
          </a:xfrm>
          <a:prstGeom prst="line">
            <a:avLst/>
          </a:prstGeom>
          <a:ln w="12700">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69B67A3-80DB-7407-B814-11BE14CDA388}"/>
              </a:ext>
            </a:extLst>
          </p:cNvPr>
          <p:cNvCxnSpPr>
            <a:cxnSpLocks/>
          </p:cNvCxnSpPr>
          <p:nvPr/>
        </p:nvCxnSpPr>
        <p:spPr>
          <a:xfrm>
            <a:off x="637179" y="4802868"/>
            <a:ext cx="11196000" cy="1588"/>
          </a:xfrm>
          <a:prstGeom prst="line">
            <a:avLst/>
          </a:prstGeom>
          <a:ln w="12700">
            <a:solidFill>
              <a:schemeClr val="bg1">
                <a:lumMod val="75000"/>
              </a:schemeClr>
            </a:solidFill>
            <a:prstDash val="sysDash"/>
          </a:ln>
        </p:spPr>
        <p:style>
          <a:lnRef idx="2">
            <a:schemeClr val="accent1"/>
          </a:lnRef>
          <a:fillRef idx="0">
            <a:schemeClr val="accent1"/>
          </a:fillRef>
          <a:effectRef idx="1">
            <a:schemeClr val="accent1"/>
          </a:effectRef>
          <a:fontRef idx="minor">
            <a:schemeClr val="tx1"/>
          </a:fontRef>
        </p:style>
      </p:cxnSp>
      <p:pic>
        <p:nvPicPr>
          <p:cNvPr id="15" name="Picture 2" descr="Icono Advertencia PNG para descargar gratis">
            <a:extLst>
              <a:ext uri="{FF2B5EF4-FFF2-40B4-BE49-F238E27FC236}">
                <a16:creationId xmlns:a16="http://schemas.microsoft.com/office/drawing/2014/main" id="{B593FA59-BA40-009A-7894-C78591425EE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58285" y="1913904"/>
            <a:ext cx="210158" cy="21015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cono Advertencia PNG para descargar gratis">
            <a:extLst>
              <a:ext uri="{FF2B5EF4-FFF2-40B4-BE49-F238E27FC236}">
                <a16:creationId xmlns:a16="http://schemas.microsoft.com/office/drawing/2014/main" id="{4E556EBA-AF72-08DC-F45E-6EC39F31A56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58285" y="2664954"/>
            <a:ext cx="210158" cy="21015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Icono Advertencia PNG para descargar gratis">
            <a:extLst>
              <a:ext uri="{FF2B5EF4-FFF2-40B4-BE49-F238E27FC236}">
                <a16:creationId xmlns:a16="http://schemas.microsoft.com/office/drawing/2014/main" id="{B74E4255-028C-5543-09C8-855BA112A2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76367" y="5156749"/>
            <a:ext cx="210158" cy="210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845554"/>
      </p:ext>
    </p:extLst>
  </p:cSld>
  <p:clrMapOvr>
    <a:masterClrMapping/>
  </p:clrMapOvr>
  <p:extLst>
    <p:ext uri="{6950BFC3-D8DA-4A85-94F7-54DA5524770B}">
      <p188:commentRel xmlns:p188="http://schemas.microsoft.com/office/powerpoint/2018/8/main" r:id="rId4"/>
    </p:ext>
  </p:extLs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C96DD9-A977-E94C-567A-A53925FABD07}"/>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B0711A6-26BA-D5FB-4E00-CCE07AEDFE4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FB0711A6-26BA-D5FB-4E00-CCE07AEDFE4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EB5B141-7E0D-0B31-5A6A-71D2E9B8CCD8}"/>
              </a:ext>
            </a:extLst>
          </p:cNvPr>
          <p:cNvSpPr>
            <a:spLocks noGrp="1"/>
          </p:cNvSpPr>
          <p:nvPr>
            <p:ph type="title"/>
          </p:nvPr>
        </p:nvSpPr>
        <p:spPr/>
        <p:txBody>
          <a:bodyPr vert="horz"/>
          <a:lstStyle/>
          <a:p>
            <a:r>
              <a:rPr lang="es-ES_tradnl" noProof="0"/>
              <a:t>Deep-dive: Soporte interno especializado e2e</a:t>
            </a:r>
          </a:p>
        </p:txBody>
      </p:sp>
      <p:sp>
        <p:nvSpPr>
          <p:cNvPr id="4" name="Subtitle 2">
            <a:extLst>
              <a:ext uri="{FF2B5EF4-FFF2-40B4-BE49-F238E27FC236}">
                <a16:creationId xmlns:a16="http://schemas.microsoft.com/office/drawing/2014/main" id="{47DCEAA2-B2C1-243E-A96C-F347F623D28F}"/>
              </a:ext>
            </a:extLst>
          </p:cNvPr>
          <p:cNvSpPr>
            <a:spLocks noGrp="1"/>
          </p:cNvSpPr>
          <p:nvPr>
            <p:ph type="subTitle" idx="13"/>
          </p:nvPr>
        </p:nvSpPr>
        <p:spPr>
          <a:xfrm>
            <a:off x="381000" y="860572"/>
            <a:ext cx="11430000" cy="553998"/>
          </a:xfrm>
        </p:spPr>
        <p:txBody>
          <a:bodyPr/>
          <a:lstStyle/>
          <a:p>
            <a:r>
              <a:rPr lang="es-ES_tradnl" noProof="0"/>
              <a:t>El IAM será el responsable del e2e, contando en la fase inicial con soporte temporal de NTT en herramientas comerciales y con escalado a equipo interno cuando sea necesario</a:t>
            </a:r>
          </a:p>
        </p:txBody>
      </p:sp>
      <p:sp>
        <p:nvSpPr>
          <p:cNvPr id="5" name="Arrow: Chevron 4">
            <a:extLst>
              <a:ext uri="{FF2B5EF4-FFF2-40B4-BE49-F238E27FC236}">
                <a16:creationId xmlns:a16="http://schemas.microsoft.com/office/drawing/2014/main" id="{236CB1CE-67C0-E11B-BB69-8451F7FDB6CC}"/>
              </a:ext>
            </a:extLst>
          </p:cNvPr>
          <p:cNvSpPr/>
          <p:nvPr/>
        </p:nvSpPr>
        <p:spPr>
          <a:xfrm>
            <a:off x="1788876"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Contrato</a:t>
            </a:r>
          </a:p>
        </p:txBody>
      </p:sp>
      <p:sp>
        <p:nvSpPr>
          <p:cNvPr id="7" name="Arrow: Chevron 6">
            <a:extLst>
              <a:ext uri="{FF2B5EF4-FFF2-40B4-BE49-F238E27FC236}">
                <a16:creationId xmlns:a16="http://schemas.microsoft.com/office/drawing/2014/main" id="{14388706-5EED-A3A4-4124-089BE8C68F19}"/>
              </a:ext>
            </a:extLst>
          </p:cNvPr>
          <p:cNvSpPr/>
          <p:nvPr/>
        </p:nvSpPr>
        <p:spPr>
          <a:xfrm>
            <a:off x="3197028"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Formación</a:t>
            </a:r>
          </a:p>
        </p:txBody>
      </p:sp>
      <p:sp>
        <p:nvSpPr>
          <p:cNvPr id="8" name="Arrow: Pentagon 7">
            <a:extLst>
              <a:ext uri="{FF2B5EF4-FFF2-40B4-BE49-F238E27FC236}">
                <a16:creationId xmlns:a16="http://schemas.microsoft.com/office/drawing/2014/main" id="{3B2DE2B7-AAE8-4ACA-AF11-56AB3313FD9D}"/>
              </a:ext>
            </a:extLst>
          </p:cNvPr>
          <p:cNvSpPr/>
          <p:nvPr/>
        </p:nvSpPr>
        <p:spPr>
          <a:xfrm>
            <a:off x="380999" y="1886943"/>
            <a:ext cx="1563413" cy="407846"/>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Captación</a:t>
            </a:r>
          </a:p>
        </p:txBody>
      </p:sp>
      <p:sp>
        <p:nvSpPr>
          <p:cNvPr id="9" name="Arrow: Chevron 8">
            <a:extLst>
              <a:ext uri="{FF2B5EF4-FFF2-40B4-BE49-F238E27FC236}">
                <a16:creationId xmlns:a16="http://schemas.microsoft.com/office/drawing/2014/main" id="{A40C04C3-62A6-66E4-FAC6-A3AA72CE1CC6}"/>
              </a:ext>
            </a:extLst>
          </p:cNvPr>
          <p:cNvSpPr/>
          <p:nvPr/>
        </p:nvSpPr>
        <p:spPr>
          <a:xfrm>
            <a:off x="4605180" y="1886406"/>
            <a:ext cx="1555750"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Enfoque Comercial</a:t>
            </a:r>
          </a:p>
        </p:txBody>
      </p:sp>
      <p:sp>
        <p:nvSpPr>
          <p:cNvPr id="11" name="Arrow: Chevron 10">
            <a:extLst>
              <a:ext uri="{FF2B5EF4-FFF2-40B4-BE49-F238E27FC236}">
                <a16:creationId xmlns:a16="http://schemas.microsoft.com/office/drawing/2014/main" id="{5C4ED6FB-C67C-2602-ED2A-414DE0CDE5CC}"/>
              </a:ext>
            </a:extLst>
          </p:cNvPr>
          <p:cNvSpPr/>
          <p:nvPr/>
        </p:nvSpPr>
        <p:spPr>
          <a:xfrm>
            <a:off x="6005394"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Oferta &amp; firma</a:t>
            </a:r>
          </a:p>
        </p:txBody>
      </p:sp>
      <p:sp>
        <p:nvSpPr>
          <p:cNvPr id="13" name="Arrow: Chevron 12">
            <a:extLst>
              <a:ext uri="{FF2B5EF4-FFF2-40B4-BE49-F238E27FC236}">
                <a16:creationId xmlns:a16="http://schemas.microsoft.com/office/drawing/2014/main" id="{71CDB5B7-50A6-FA52-ED05-079845FE9094}"/>
              </a:ext>
            </a:extLst>
          </p:cNvPr>
          <p:cNvSpPr/>
          <p:nvPr/>
        </p:nvSpPr>
        <p:spPr>
          <a:xfrm>
            <a:off x="7413546"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Activación en BOC </a:t>
            </a:r>
          </a:p>
        </p:txBody>
      </p:sp>
      <p:sp>
        <p:nvSpPr>
          <p:cNvPr id="15" name="Arrow: Chevron 14">
            <a:extLst>
              <a:ext uri="{FF2B5EF4-FFF2-40B4-BE49-F238E27FC236}">
                <a16:creationId xmlns:a16="http://schemas.microsoft.com/office/drawing/2014/main" id="{9211153C-514D-37A4-C83F-19B141A076CB}"/>
              </a:ext>
            </a:extLst>
          </p:cNvPr>
          <p:cNvSpPr/>
          <p:nvPr/>
        </p:nvSpPr>
        <p:spPr>
          <a:xfrm>
            <a:off x="8821698" y="1886406"/>
            <a:ext cx="1563688" cy="408519"/>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Postventa</a:t>
            </a:r>
          </a:p>
        </p:txBody>
      </p:sp>
      <p:sp>
        <p:nvSpPr>
          <p:cNvPr id="16" name="Arrow: Chevron 15">
            <a:extLst>
              <a:ext uri="{FF2B5EF4-FFF2-40B4-BE49-F238E27FC236}">
                <a16:creationId xmlns:a16="http://schemas.microsoft.com/office/drawing/2014/main" id="{73A4D770-460E-197D-4D88-DC8B917C1D04}"/>
              </a:ext>
            </a:extLst>
          </p:cNvPr>
          <p:cNvSpPr/>
          <p:nvPr/>
        </p:nvSpPr>
        <p:spPr>
          <a:xfrm>
            <a:off x="10229850" y="1886818"/>
            <a:ext cx="1563688" cy="408185"/>
          </a:xfrm>
          <a:prstGeom prst="chevron">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Pago</a:t>
            </a:r>
          </a:p>
        </p:txBody>
      </p:sp>
      <p:sp>
        <p:nvSpPr>
          <p:cNvPr id="6" name="TextBox 5">
            <a:extLst>
              <a:ext uri="{FF2B5EF4-FFF2-40B4-BE49-F238E27FC236}">
                <a16:creationId xmlns:a16="http://schemas.microsoft.com/office/drawing/2014/main" id="{42170735-2D4C-A01D-DDA4-F96D619DB9FF}"/>
              </a:ext>
            </a:extLst>
          </p:cNvPr>
          <p:cNvSpPr txBox="1"/>
          <p:nvPr/>
        </p:nvSpPr>
        <p:spPr>
          <a:xfrm>
            <a:off x="380999" y="5542445"/>
            <a:ext cx="11407778" cy="187401"/>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100" b="1" i="0" u="none" strike="noStrike" kern="1200" cap="none" spc="0" normalizeH="0" baseline="0" noProof="0">
                <a:ln>
                  <a:noFill/>
                </a:ln>
                <a:solidFill>
                  <a:srgbClr val="FF7800"/>
                </a:solidFill>
                <a:effectLst/>
                <a:uLnTx/>
                <a:uFillTx/>
                <a:latin typeface="Arial" panose="020B0604020202020204"/>
                <a:ea typeface="+mn-ea"/>
                <a:cs typeface="+mn-cs"/>
              </a:rPr>
              <a:t>IAM</a:t>
            </a:r>
          </a:p>
        </p:txBody>
      </p:sp>
      <p:sp>
        <p:nvSpPr>
          <p:cNvPr id="12" name="TextBox 11">
            <a:extLst>
              <a:ext uri="{FF2B5EF4-FFF2-40B4-BE49-F238E27FC236}">
                <a16:creationId xmlns:a16="http://schemas.microsoft.com/office/drawing/2014/main" id="{4F2105F7-3932-B311-8F73-B601576A2CCD}"/>
              </a:ext>
            </a:extLst>
          </p:cNvPr>
          <p:cNvSpPr txBox="1"/>
          <p:nvPr/>
        </p:nvSpPr>
        <p:spPr>
          <a:xfrm>
            <a:off x="3252560" y="5762480"/>
            <a:ext cx="2005241" cy="331994"/>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Equipo soporte –</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 NTT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(durante ‘infancia’, 1-3 meses)</a:t>
            </a:r>
          </a:p>
        </p:txBody>
      </p:sp>
      <p:sp>
        <p:nvSpPr>
          <p:cNvPr id="14" name="TextBox 13">
            <a:extLst>
              <a:ext uri="{FF2B5EF4-FFF2-40B4-BE49-F238E27FC236}">
                <a16:creationId xmlns:a16="http://schemas.microsoft.com/office/drawing/2014/main" id="{F5EF7066-5282-FACF-2B05-D7E546FD6023}"/>
              </a:ext>
            </a:extLst>
          </p:cNvPr>
          <p:cNvSpPr txBox="1"/>
          <p:nvPr/>
        </p:nvSpPr>
        <p:spPr>
          <a:xfrm>
            <a:off x="5276851" y="5762480"/>
            <a:ext cx="2268082" cy="331994"/>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Equipo soporte –</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 Ayuda comercial (</a:t>
            </a:r>
            <a:r>
              <a:rPr kumimoji="0" lang="es-ES_tradnl" sz="1050" b="1" i="0" u="none" strike="noStrike" kern="1200" cap="none" spc="0" normalizeH="0" baseline="0" noProof="0" err="1">
                <a:ln>
                  <a:noFill/>
                </a:ln>
                <a:solidFill>
                  <a:srgbClr val="FF7800"/>
                </a:solidFill>
                <a:effectLst/>
                <a:uLnTx/>
                <a:uFillTx/>
                <a:latin typeface="Arial" panose="020B0604020202020204"/>
                <a:ea typeface="+mn-ea"/>
                <a:cs typeface="+mn-cs"/>
              </a:rPr>
              <a:t>Didac</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a:t>
            </a:r>
          </a:p>
        </p:txBody>
      </p:sp>
      <p:sp>
        <p:nvSpPr>
          <p:cNvPr id="17" name="TextBox 16">
            <a:extLst>
              <a:ext uri="{FF2B5EF4-FFF2-40B4-BE49-F238E27FC236}">
                <a16:creationId xmlns:a16="http://schemas.microsoft.com/office/drawing/2014/main" id="{7F2E8669-0191-5B2B-C451-C9C75D3B39C1}"/>
              </a:ext>
            </a:extLst>
          </p:cNvPr>
          <p:cNvSpPr txBox="1"/>
          <p:nvPr/>
        </p:nvSpPr>
        <p:spPr>
          <a:xfrm>
            <a:off x="7560263" y="5762480"/>
            <a:ext cx="2837180" cy="331994"/>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IAM (referencia con equipo de Alicia) –</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 Soporte operativo</a:t>
            </a:r>
          </a:p>
        </p:txBody>
      </p:sp>
      <p:sp>
        <p:nvSpPr>
          <p:cNvPr id="24" name="Rectangle 23">
            <a:extLst>
              <a:ext uri="{FF2B5EF4-FFF2-40B4-BE49-F238E27FC236}">
                <a16:creationId xmlns:a16="http://schemas.microsoft.com/office/drawing/2014/main" id="{76D2AA1D-1466-E02F-511F-BEAE501DD83D}"/>
              </a:ext>
            </a:extLst>
          </p:cNvPr>
          <p:cNvSpPr/>
          <p:nvPr/>
        </p:nvSpPr>
        <p:spPr>
          <a:xfrm>
            <a:off x="3252560" y="3176428"/>
            <a:ext cx="1401763" cy="2308160"/>
          </a:xfrm>
          <a:prstGeom prst="rect">
            <a:avLst/>
          </a:prstGeom>
          <a:solidFill>
            <a:schemeClr val="bg1"/>
          </a:solid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rIns="9144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a:ea typeface="+mn-ea"/>
                <a:cs typeface="+mn-cs"/>
              </a:rPr>
              <a:t>Accesos, </a:t>
            </a:r>
            <a:r>
              <a:rPr kumimoji="0" lang="es-ES_tradnl" sz="1050" b="0" i="0" u="none" strike="noStrike" kern="1200" cap="none" spc="0" normalizeH="0" baseline="0" noProof="0" err="1">
                <a:ln>
                  <a:noFill/>
                </a:ln>
                <a:solidFill>
                  <a:srgbClr val="000000"/>
                </a:solidFill>
                <a:effectLst/>
                <a:uLnTx/>
                <a:uFillTx/>
                <a:latin typeface="Arial" panose="020B0604020202020204"/>
                <a:ea typeface="+mn-ea"/>
                <a:cs typeface="+mn-cs"/>
              </a:rPr>
              <a:t>tools</a:t>
            </a:r>
            <a:r>
              <a:rPr kumimoji="0" lang="es-ES_tradnl" sz="1050" b="0" i="0" u="none" strike="noStrike" kern="1200" cap="none" spc="0" normalizeH="0" baseline="0" noProof="0">
                <a:ln>
                  <a:noFill/>
                </a:ln>
                <a:solidFill>
                  <a:srgbClr val="000000"/>
                </a:solidFill>
                <a:effectLst/>
                <a:uLnTx/>
                <a:uFillTx/>
                <a:latin typeface="Arial" panose="020B0604020202020204"/>
                <a:ea typeface="+mn-ea"/>
                <a:cs typeface="+mn-cs"/>
              </a:rPr>
              <a:t>, usuarios…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a:ea typeface="+mn-ea"/>
                <a:cs typeface="+mn-cs"/>
              </a:rPr>
              <a:t>OT, portfolio, </a:t>
            </a:r>
            <a:r>
              <a:rPr kumimoji="0" lang="es-ES_tradnl" sz="1050" b="1" i="0" u="none" strike="noStrike" kern="1200" cap="none" spc="0" normalizeH="0" baseline="0" noProof="0" err="1">
                <a:ln>
                  <a:noFill/>
                </a:ln>
                <a:solidFill>
                  <a:srgbClr val="000000"/>
                </a:solidFill>
                <a:effectLst/>
                <a:uLnTx/>
                <a:uFillTx/>
                <a:latin typeface="Arial" panose="020B0604020202020204"/>
                <a:ea typeface="+mn-ea"/>
                <a:cs typeface="+mn-cs"/>
              </a:rPr>
              <a:t>promo</a:t>
            </a:r>
            <a:r>
              <a:rPr kumimoji="0" lang="es-ES_tradnl" sz="1050" b="1" i="0" u="none" strike="noStrike" kern="1200" cap="none" spc="0" normalizeH="0" baseline="0" noProof="0">
                <a:ln>
                  <a:noFill/>
                </a:ln>
                <a:solidFill>
                  <a:srgbClr val="000000"/>
                </a:solidFill>
                <a:effectLst/>
                <a:uLnTx/>
                <a:uFillTx/>
                <a:latin typeface="Arial" panose="020B0604020202020204"/>
                <a:ea typeface="+mn-ea"/>
                <a:cs typeface="+mn-cs"/>
              </a:rPr>
              <a:t>, precios, ofertas…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Fátima Ángel, Carlos </a:t>
            </a: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Alriols</a:t>
            </a: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a:ea typeface="+mn-ea"/>
                <a:cs typeface="+mn-cs"/>
              </a:rPr>
              <a:t>Soporte temporal </a:t>
            </a:r>
            <a:r>
              <a:rPr kumimoji="0" lang="es-ES_tradnl" sz="1050" b="0" i="0" u="none" strike="noStrike" kern="1200" cap="none" spc="0" normalizeH="0" baseline="0" noProof="0">
                <a:ln>
                  <a:noFill/>
                </a:ln>
                <a:solidFill>
                  <a:srgbClr val="000000"/>
                </a:solidFill>
                <a:effectLst/>
                <a:uLnTx/>
                <a:uFillTx/>
                <a:latin typeface="Arial" panose="020B0604020202020204"/>
                <a:ea typeface="+mn-ea"/>
                <a:cs typeface="+mn-cs"/>
              </a:rPr>
              <a:t>en uso de herramientas (Signa, Mundo B2C, BOC)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Equipo NTT</a:t>
            </a:r>
            <a:endParaRPr kumimoji="0" lang="es-ES_tradnl" sz="105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Rectangle 30">
            <a:extLst>
              <a:ext uri="{FF2B5EF4-FFF2-40B4-BE49-F238E27FC236}">
                <a16:creationId xmlns:a16="http://schemas.microsoft.com/office/drawing/2014/main" id="{8FB6FDA4-1A02-F03E-96E1-2A5A8F027A6C}"/>
              </a:ext>
            </a:extLst>
          </p:cNvPr>
          <p:cNvSpPr/>
          <p:nvPr/>
        </p:nvSpPr>
        <p:spPr>
          <a:xfrm>
            <a:off x="1816780" y="2356001"/>
            <a:ext cx="1401763" cy="3128586"/>
          </a:xfrm>
          <a:prstGeom prst="rect">
            <a:avLst/>
          </a:prstGeom>
          <a:solidFill>
            <a:schemeClr val="bg1"/>
          </a:solidFill>
          <a:ln w="952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Envío y firma de </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contrato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Recolección de documentación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Alta integradores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y creación SFID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IAM</a:t>
            </a: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8" name="Rectangle 37">
            <a:extLst>
              <a:ext uri="{FF2B5EF4-FFF2-40B4-BE49-F238E27FC236}">
                <a16:creationId xmlns:a16="http://schemas.microsoft.com/office/drawing/2014/main" id="{6C181B31-FCC4-E5E6-86B3-6E5E470C3046}"/>
              </a:ext>
            </a:extLst>
          </p:cNvPr>
          <p:cNvSpPr/>
          <p:nvPr/>
        </p:nvSpPr>
        <p:spPr>
          <a:xfrm>
            <a:off x="381000" y="2356001"/>
            <a:ext cx="1401763" cy="3128645"/>
          </a:xfrm>
          <a:prstGeom prst="rect">
            <a:avLst/>
          </a:prstGeom>
          <a:solidFill>
            <a:schemeClr val="bg1"/>
          </a:solidFill>
          <a:ln w="952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err="1">
                <a:ln>
                  <a:noFill/>
                </a:ln>
                <a:solidFill>
                  <a:srgbClr val="000000"/>
                </a:solidFill>
                <a:effectLst/>
                <a:uLnTx/>
                <a:uFillTx/>
                <a:latin typeface="Arial" panose="020B0604020202020204" pitchFamily="34" charset="0"/>
                <a:ea typeface="+mn-ea"/>
                <a:cs typeface="+mn-cs"/>
              </a:rPr>
              <a:t>Research</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 inicial integradores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1º contacto – </a:t>
            </a:r>
            <a:r>
              <a:rPr kumimoji="0" lang="es-ES_tradnl" sz="1050" b="0" i="1" u="none" strike="noStrike" kern="1200" cap="none" spc="0" normalizeH="0" baseline="0" noProof="0" err="1">
                <a:ln>
                  <a:noFill/>
                </a:ln>
                <a:solidFill>
                  <a:srgbClr val="000000"/>
                </a:solidFill>
                <a:effectLst/>
                <a:uLnTx/>
                <a:uFillTx/>
                <a:latin typeface="Arial" panose="020B0604020202020204" pitchFamily="34" charset="0"/>
                <a:ea typeface="+mn-ea"/>
                <a:cs typeface="+mn-cs"/>
              </a:rPr>
              <a:t>Cold</a:t>
            </a:r>
            <a:r>
              <a:rPr kumimoji="0" lang="es-ES_tradnl" sz="1050" b="0" i="1" u="none" strike="noStrike" kern="1200" cap="none" spc="0" normalizeH="0" baseline="0" noProof="0">
                <a:ln>
                  <a:noFill/>
                </a:ln>
                <a:solidFill>
                  <a:srgbClr val="000000"/>
                </a:solidFill>
                <a:effectLst/>
                <a:uLnTx/>
                <a:uFillTx/>
                <a:latin typeface="Arial" panose="020B0604020202020204" pitchFamily="34" charset="0"/>
                <a:ea typeface="+mn-ea"/>
                <a:cs typeface="+mn-cs"/>
              </a:rPr>
              <a:t> </a:t>
            </a:r>
            <a:r>
              <a:rPr kumimoji="0" lang="es-ES_tradnl" sz="1050" b="0" i="1" u="none" strike="noStrike" kern="1200" cap="none" spc="0" normalizeH="0" baseline="0" noProof="0" err="1">
                <a:ln>
                  <a:noFill/>
                </a:ln>
                <a:solidFill>
                  <a:srgbClr val="000000"/>
                </a:solidFill>
                <a:effectLst/>
                <a:uLnTx/>
                <a:uFillTx/>
                <a:latin typeface="Arial" panose="020B0604020202020204" pitchFamily="34" charset="0"/>
                <a:ea typeface="+mn-ea"/>
                <a:cs typeface="+mn-cs"/>
              </a:rPr>
              <a:t>calling</a:t>
            </a:r>
            <a:endParaRPr kumimoji="0" lang="es-ES_tradnl" sz="1050" b="0" i="1"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Sesión online 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Sesión KO: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arranque colaboración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IAM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4" name="Rectangle 53">
            <a:extLst>
              <a:ext uri="{FF2B5EF4-FFF2-40B4-BE49-F238E27FC236}">
                <a16:creationId xmlns:a16="http://schemas.microsoft.com/office/drawing/2014/main" id="{23ADD785-63C5-1DFF-686E-EF8404716C64}"/>
              </a:ext>
            </a:extLst>
          </p:cNvPr>
          <p:cNvSpPr/>
          <p:nvPr/>
        </p:nvSpPr>
        <p:spPr>
          <a:xfrm>
            <a:off x="4688340" y="2356601"/>
            <a:ext cx="1401763" cy="990000"/>
          </a:xfrm>
          <a:prstGeom prst="rect">
            <a:avLst/>
          </a:prstGeom>
          <a:solidFill>
            <a:srgbClr val="FFFFFF"/>
          </a:solidFill>
          <a:ln w="952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Elaboración de oferta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(dudas producto)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pitchFamily="34" charset="0"/>
                <a:ea typeface="+mn-ea"/>
                <a:cs typeface="+mn-cs"/>
              </a:rPr>
              <a:t>Didac</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 Aras</a:t>
            </a:r>
          </a:p>
        </p:txBody>
      </p:sp>
      <p:sp>
        <p:nvSpPr>
          <p:cNvPr id="55" name="Rectangle 54">
            <a:extLst>
              <a:ext uri="{FF2B5EF4-FFF2-40B4-BE49-F238E27FC236}">
                <a16:creationId xmlns:a16="http://schemas.microsoft.com/office/drawing/2014/main" id="{1EA81404-7BC1-9373-FD15-B9A27D59440C}"/>
              </a:ext>
            </a:extLst>
          </p:cNvPr>
          <p:cNvSpPr/>
          <p:nvPr/>
        </p:nvSpPr>
        <p:spPr>
          <a:xfrm>
            <a:off x="4688340" y="3379235"/>
            <a:ext cx="1401763" cy="9906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Soporte técnico </a:t>
            </a:r>
            <a:r>
              <a:rPr kumimoji="0" lang="es-ES_tradnl" sz="1050" b="1" i="0" u="none" strike="noStrike" kern="1200" cap="none" spc="0" normalizeH="0" baseline="0" noProof="0" err="1">
                <a:ln>
                  <a:noFill/>
                </a:ln>
                <a:solidFill>
                  <a:srgbClr val="000000"/>
                </a:solidFill>
                <a:effectLst/>
                <a:uLnTx/>
                <a:uFillTx/>
                <a:latin typeface="Arial" panose="020B0604020202020204" pitchFamily="34" charset="0"/>
                <a:ea typeface="+mn-ea"/>
                <a:cs typeface="+mn-cs"/>
              </a:rPr>
              <a:t>Telco</a:t>
            </a: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pitchFamily="34" charset="0"/>
                <a:ea typeface="+mn-ea"/>
                <a:cs typeface="+mn-cs"/>
              </a:rPr>
              <a:t>Didac</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 Aras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Soporte técnico </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SSDD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Marta Calderón</a:t>
            </a:r>
          </a:p>
        </p:txBody>
      </p:sp>
      <p:sp>
        <p:nvSpPr>
          <p:cNvPr id="56" name="Rectangle 55">
            <a:extLst>
              <a:ext uri="{FF2B5EF4-FFF2-40B4-BE49-F238E27FC236}">
                <a16:creationId xmlns:a16="http://schemas.microsoft.com/office/drawing/2014/main" id="{8FC708BB-30FB-92EA-65CF-CCB12A57BB98}"/>
              </a:ext>
            </a:extLst>
          </p:cNvPr>
          <p:cNvSpPr/>
          <p:nvPr/>
        </p:nvSpPr>
        <p:spPr>
          <a:xfrm>
            <a:off x="4688340" y="4402469"/>
            <a:ext cx="1401763" cy="1082118"/>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Preventa básica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Integrador tras formación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Preventa compleja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Equipo Kleber</a:t>
            </a:r>
          </a:p>
        </p:txBody>
      </p:sp>
      <p:sp>
        <p:nvSpPr>
          <p:cNvPr id="64" name="Rectangle 63">
            <a:extLst>
              <a:ext uri="{FF2B5EF4-FFF2-40B4-BE49-F238E27FC236}">
                <a16:creationId xmlns:a16="http://schemas.microsoft.com/office/drawing/2014/main" id="{763B82C7-F61F-D6F4-502E-7338A4AF8071}"/>
              </a:ext>
            </a:extLst>
          </p:cNvPr>
          <p:cNvSpPr/>
          <p:nvPr/>
        </p:nvSpPr>
        <p:spPr>
          <a:xfrm>
            <a:off x="6124120" y="2356601"/>
            <a:ext cx="1401763" cy="9900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Creación oferta Signa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y firma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FF78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Alicia Moreno, Jorge Pérez</a:t>
            </a:r>
          </a:p>
        </p:txBody>
      </p:sp>
      <p:sp>
        <p:nvSpPr>
          <p:cNvPr id="65" name="Rectangle 64">
            <a:extLst>
              <a:ext uri="{FF2B5EF4-FFF2-40B4-BE49-F238E27FC236}">
                <a16:creationId xmlns:a16="http://schemas.microsoft.com/office/drawing/2014/main" id="{9306FE56-6512-2359-41FE-C3AA6090F14F}"/>
              </a:ext>
            </a:extLst>
          </p:cNvPr>
          <p:cNvSpPr/>
          <p:nvPr/>
        </p:nvSpPr>
        <p:spPr>
          <a:xfrm>
            <a:off x="6124120" y="3379235"/>
            <a:ext cx="1401763" cy="9906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Penalizaciones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aplicadas al cliente y cobertura Orange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Natalia Lera, Carmen Sánchez</a:t>
            </a:r>
          </a:p>
        </p:txBody>
      </p:sp>
      <p:sp>
        <p:nvSpPr>
          <p:cNvPr id="66" name="Rectangle 65">
            <a:extLst>
              <a:ext uri="{FF2B5EF4-FFF2-40B4-BE49-F238E27FC236}">
                <a16:creationId xmlns:a16="http://schemas.microsoft.com/office/drawing/2014/main" id="{450E5B6A-55B8-8AB7-8CB8-E8EDB27CDF86}"/>
              </a:ext>
            </a:extLst>
          </p:cNvPr>
          <p:cNvSpPr/>
          <p:nvPr/>
        </p:nvSpPr>
        <p:spPr>
          <a:xfrm>
            <a:off x="7559900" y="2356601"/>
            <a:ext cx="1401763" cy="9900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Formulario BOC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r>
            <a:r>
              <a:rPr kumimoji="0" lang="es-ES_tradnl" sz="1050" b="0" i="0" u="none" strike="noStrike" kern="1200" cap="none" spc="0" normalizeH="0" baseline="0" noProof="0" err="1">
                <a:ln>
                  <a:noFill/>
                </a:ln>
                <a:solidFill>
                  <a:srgbClr val="000000"/>
                </a:solidFill>
                <a:effectLst/>
                <a:uLnTx/>
                <a:uFillTx/>
                <a:latin typeface="Arial" panose="020B0604020202020204" pitchFamily="34" charset="0"/>
                <a:ea typeface="+mn-ea"/>
                <a:cs typeface="+mn-cs"/>
              </a:rPr>
              <a:t>SoHo</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 PYME, Big Pyme)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Alicia Moreno, Fátima Ángel</a:t>
            </a:r>
          </a:p>
        </p:txBody>
      </p:sp>
      <p:sp>
        <p:nvSpPr>
          <p:cNvPr id="67" name="Rectangle 66">
            <a:extLst>
              <a:ext uri="{FF2B5EF4-FFF2-40B4-BE49-F238E27FC236}">
                <a16:creationId xmlns:a16="http://schemas.microsoft.com/office/drawing/2014/main" id="{42225756-6632-7384-2362-32C9AA2B136D}"/>
              </a:ext>
            </a:extLst>
          </p:cNvPr>
          <p:cNvSpPr/>
          <p:nvPr/>
        </p:nvSpPr>
        <p:spPr>
          <a:xfrm>
            <a:off x="7559900" y="3379235"/>
            <a:ext cx="1401763" cy="2105352"/>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Soporte</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 durante la provisión, activación e incidencias a través de un formulario de peticiones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Equipo Alicia Moreno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p:txBody>
      </p:sp>
      <p:sp>
        <p:nvSpPr>
          <p:cNvPr id="69" name="Rectangle 68">
            <a:extLst>
              <a:ext uri="{FF2B5EF4-FFF2-40B4-BE49-F238E27FC236}">
                <a16:creationId xmlns:a16="http://schemas.microsoft.com/office/drawing/2014/main" id="{B9324E4E-C572-50D1-47FE-663C8CE8E888}"/>
              </a:ext>
            </a:extLst>
          </p:cNvPr>
          <p:cNvSpPr/>
          <p:nvPr/>
        </p:nvSpPr>
        <p:spPr>
          <a:xfrm>
            <a:off x="8995680" y="2356601"/>
            <a:ext cx="1401763" cy="9900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Incidencias en postventa</a:t>
            </a: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1471</a:t>
            </a:r>
          </a:p>
        </p:txBody>
      </p:sp>
      <p:sp>
        <p:nvSpPr>
          <p:cNvPr id="70" name="Rectangle 69">
            <a:extLst>
              <a:ext uri="{FF2B5EF4-FFF2-40B4-BE49-F238E27FC236}">
                <a16:creationId xmlns:a16="http://schemas.microsoft.com/office/drawing/2014/main" id="{1C7C6BD3-C91F-FDD6-8355-B7BEF940592E}"/>
              </a:ext>
            </a:extLst>
          </p:cNvPr>
          <p:cNvSpPr/>
          <p:nvPr/>
        </p:nvSpPr>
        <p:spPr>
          <a:xfrm>
            <a:off x="8995680" y="3379234"/>
            <a:ext cx="1401763" cy="2105351"/>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Altas, bajas, ampliaciones (BOC)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rPr>
              <a:t>Equipo Alicia Moreno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p:txBody>
      </p:sp>
      <p:sp>
        <p:nvSpPr>
          <p:cNvPr id="72" name="Rectangle 71">
            <a:extLst>
              <a:ext uri="{FF2B5EF4-FFF2-40B4-BE49-F238E27FC236}">
                <a16:creationId xmlns:a16="http://schemas.microsoft.com/office/drawing/2014/main" id="{AA283E21-3C10-7C82-05FC-610DA0C5FE45}"/>
              </a:ext>
            </a:extLst>
          </p:cNvPr>
          <p:cNvSpPr/>
          <p:nvPr/>
        </p:nvSpPr>
        <p:spPr>
          <a:xfrm>
            <a:off x="10431463" y="2356601"/>
            <a:ext cx="1401763" cy="9900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Estado de pagos y facturas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0" i="0" u="none" strike="noStrike" kern="1200" cap="none" spc="0" normalizeH="0" baseline="0" noProof="0">
              <a:ln>
                <a:noFill/>
              </a:ln>
              <a:solidFill>
                <a:srgbClr val="0070C0"/>
              </a:solidFill>
              <a:effectLst/>
              <a:highlight>
                <a:srgbClr val="FFFF00"/>
              </a:highligh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Natalia Lera / Gema Santos (</a:t>
            </a: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LeadGen</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a:t>
            </a:r>
          </a:p>
        </p:txBody>
      </p:sp>
      <p:sp>
        <p:nvSpPr>
          <p:cNvPr id="73" name="Rectangle 72">
            <a:extLst>
              <a:ext uri="{FF2B5EF4-FFF2-40B4-BE49-F238E27FC236}">
                <a16:creationId xmlns:a16="http://schemas.microsoft.com/office/drawing/2014/main" id="{491E4345-F2F0-FEA5-099F-7541470CB40E}"/>
              </a:ext>
            </a:extLst>
          </p:cNvPr>
          <p:cNvSpPr/>
          <p:nvPr/>
        </p:nvSpPr>
        <p:spPr>
          <a:xfrm>
            <a:off x="10431463" y="3379235"/>
            <a:ext cx="1401763" cy="990600"/>
          </a:xfrm>
          <a:prstGeom prst="rect">
            <a:avLst/>
          </a:prstGeom>
          <a:solidFill>
            <a:srgbClr val="FFFFFF"/>
          </a:solidFill>
          <a:ln w="9525">
            <a:solidFill>
              <a:srgbClr val="D9D9D9"/>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Comisiones y </a:t>
            </a: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reclamaciones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Natalia Lera / </a:t>
            </a:r>
            <a:r>
              <a:rPr kumimoji="0" lang="es-ES_tradnl" sz="105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Adm</a:t>
            </a: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ventas (Florentina Durán)</a:t>
            </a:r>
            <a:endParaRPr kumimoji="0" lang="es-ES_tradnl" sz="1050" b="1" i="0" u="none" strike="noStrike" kern="1200" cap="none" spc="0" normalizeH="0" baseline="0" noProof="0">
              <a:ln>
                <a:noFill/>
              </a:ln>
              <a:solidFill>
                <a:srgbClr val="000000">
                  <a:lumMod val="50000"/>
                  <a:lumOff val="50000"/>
                </a:srgbClr>
              </a:solidFill>
              <a:effectLst/>
              <a:uLnTx/>
              <a:uFillTx/>
              <a:latin typeface="Arial" panose="020B0604020202020204" pitchFamily="34" charset="0"/>
              <a:ea typeface="+mn-ea"/>
              <a:cs typeface="+mn-cs"/>
            </a:endParaRPr>
          </a:p>
        </p:txBody>
      </p:sp>
      <p:sp>
        <p:nvSpPr>
          <p:cNvPr id="20" name="Rectangle 19">
            <a:extLst>
              <a:ext uri="{FF2B5EF4-FFF2-40B4-BE49-F238E27FC236}">
                <a16:creationId xmlns:a16="http://schemas.microsoft.com/office/drawing/2014/main" id="{F8ADE143-A19B-0D64-7C94-5C2363016DE0}"/>
              </a:ext>
            </a:extLst>
          </p:cNvPr>
          <p:cNvSpPr/>
          <p:nvPr/>
        </p:nvSpPr>
        <p:spPr>
          <a:xfrm>
            <a:off x="3252560" y="2356001"/>
            <a:ext cx="1401763" cy="787792"/>
          </a:xfrm>
          <a:prstGeom prst="rect">
            <a:avLst/>
          </a:prstGeom>
          <a:solidFill>
            <a:schemeClr val="bg1"/>
          </a:solidFill>
          <a:ln w="952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Introducción a </a:t>
            </a:r>
            <a:r>
              <a:rPr kumimoji="0" lang="es-ES_tradnl" sz="1050" b="1" i="0" u="none" strike="noStrike" kern="1200" cap="none" spc="0" normalizeH="0" baseline="0" noProof="0" err="1">
                <a:ln>
                  <a:noFill/>
                </a:ln>
                <a:solidFill>
                  <a:srgbClr val="000000"/>
                </a:solidFill>
                <a:effectLst/>
                <a:uLnTx/>
                <a:uFillTx/>
                <a:latin typeface="Arial" panose="020B0604020202020204" pitchFamily="34" charset="0"/>
                <a:ea typeface="+mn-ea"/>
                <a:cs typeface="+mn-cs"/>
              </a:rPr>
              <a:t>tools</a:t>
            </a:r>
            <a:r>
              <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rPr>
              <a:t> y contenido formativo +O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IAM</a:t>
            </a:r>
            <a:endParaRPr kumimoji="0" lang="es-ES_tradnl" sz="105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3" name="TextBox 22">
            <a:extLst>
              <a:ext uri="{FF2B5EF4-FFF2-40B4-BE49-F238E27FC236}">
                <a16:creationId xmlns:a16="http://schemas.microsoft.com/office/drawing/2014/main" id="{B4ECC81E-98F8-5382-6E0C-998E375F8745}"/>
              </a:ext>
            </a:extLst>
          </p:cNvPr>
          <p:cNvSpPr txBox="1"/>
          <p:nvPr/>
        </p:nvSpPr>
        <p:spPr>
          <a:xfrm>
            <a:off x="304564" y="1519964"/>
            <a:ext cx="1152866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000000"/>
                </a:solidFill>
                <a:effectLst/>
                <a:uLnTx/>
                <a:uFillTx/>
                <a:latin typeface="Arial" panose="020B0604020202020204"/>
                <a:ea typeface="+mn-ea"/>
                <a:cs typeface="+mn-cs"/>
              </a:rPr>
              <a:t>Mapa de responsables para garantizar soporte al </a:t>
            </a:r>
            <a:r>
              <a:rPr kumimoji="0" lang="es-ES_tradnl" sz="1200" b="1" i="1" u="none" strike="noStrike" kern="1200" cap="none" spc="0" normalizeH="0" baseline="0" noProof="0">
                <a:ln>
                  <a:noFill/>
                </a:ln>
                <a:solidFill>
                  <a:srgbClr val="000000"/>
                </a:solidFill>
                <a:effectLst/>
                <a:uLnTx/>
                <a:uFillTx/>
                <a:latin typeface="Arial" panose="020B0604020202020204"/>
                <a:ea typeface="+mn-ea"/>
                <a:cs typeface="+mn-cs"/>
              </a:rPr>
              <a:t>P</a:t>
            </a:r>
            <a:r>
              <a:rPr kumimoji="0" lang="es-ES_tradnl" sz="1200" b="1" i="1" u="none" strike="noStrike" kern="1200" cap="none" spc="0" normalizeH="0" baseline="0" noProof="0" err="1">
                <a:ln>
                  <a:noFill/>
                </a:ln>
                <a:solidFill>
                  <a:srgbClr val="000000"/>
                </a:solidFill>
                <a:effectLst/>
                <a:uLnTx/>
                <a:uFillTx/>
                <a:latin typeface="Arial" panose="020B0604020202020204"/>
                <a:ea typeface="+mn-ea"/>
                <a:cs typeface="+mn-cs"/>
              </a:rPr>
              <a:t>artner</a:t>
            </a:r>
            <a:r>
              <a:rPr kumimoji="0" lang="es-ES_tradnl" sz="1200" b="1" i="1" u="none" strike="noStrike" kern="1200" cap="none" spc="0" normalizeH="0" baseline="0" noProof="0">
                <a:ln>
                  <a:noFill/>
                </a:ln>
                <a:solidFill>
                  <a:srgbClr val="000000"/>
                </a:solidFill>
                <a:effectLst/>
                <a:uLnTx/>
                <a:uFillTx/>
                <a:latin typeface="Arial" panose="020B0604020202020204"/>
                <a:ea typeface="+mn-ea"/>
                <a:cs typeface="+mn-cs"/>
              </a:rPr>
              <a:t> Autorizado</a:t>
            </a:r>
            <a:r>
              <a:rPr kumimoji="0" lang="es-ES_tradnl" sz="1200" b="1" i="1" u="none" strike="noStrike" kern="1200" cap="none" spc="0" normalizeH="0" baseline="30000" noProof="0">
                <a:ln>
                  <a:noFill/>
                </a:ln>
                <a:solidFill>
                  <a:srgbClr val="000000"/>
                </a:solidFill>
                <a:effectLst/>
                <a:uLnTx/>
                <a:uFillTx/>
                <a:latin typeface="Arial" panose="020B0604020202020204"/>
                <a:ea typeface="+mn-ea"/>
                <a:cs typeface="+mn-cs"/>
              </a:rPr>
              <a:t>1</a:t>
            </a:r>
            <a:r>
              <a:rPr kumimoji="0" lang="es-ES_tradnl" sz="1200" b="1" i="0" u="none" strike="noStrike" kern="1200" cap="none" spc="0" normalizeH="0" baseline="0" noProof="0">
                <a:ln>
                  <a:noFill/>
                </a:ln>
                <a:solidFill>
                  <a:srgbClr val="000000"/>
                </a:solidFill>
                <a:effectLst/>
                <a:uLnTx/>
                <a:uFillTx/>
                <a:latin typeface="Arial" panose="020B0604020202020204"/>
                <a:ea typeface="+mn-ea"/>
                <a:cs typeface="+mn-cs"/>
              </a:rPr>
              <a:t> durante fase inicial (autonomía estimada en 1 a 3 meses):</a:t>
            </a:r>
          </a:p>
        </p:txBody>
      </p:sp>
      <p:sp>
        <p:nvSpPr>
          <p:cNvPr id="26" name="Flowchart: Connector 25">
            <a:extLst>
              <a:ext uri="{FF2B5EF4-FFF2-40B4-BE49-F238E27FC236}">
                <a16:creationId xmlns:a16="http://schemas.microsoft.com/office/drawing/2014/main" id="{73F87B82-2EBE-7FCD-DBD0-31B6307C6496}"/>
              </a:ext>
            </a:extLst>
          </p:cNvPr>
          <p:cNvSpPr/>
          <p:nvPr/>
        </p:nvSpPr>
        <p:spPr>
          <a:xfrm>
            <a:off x="9845082" y="1595823"/>
            <a:ext cx="128542" cy="125280"/>
          </a:xfrm>
          <a:prstGeom prst="flowChartConnector">
            <a:avLst/>
          </a:prstGeom>
          <a:ln w="38100">
            <a:solidFill>
              <a:srgbClr val="FFE9D6"/>
            </a:solidFill>
          </a:ln>
        </p:spPr>
        <p:style>
          <a:lnRef idx="2">
            <a:schemeClr val="accent1">
              <a:shade val="15000"/>
            </a:schemeClr>
          </a:lnRef>
          <a:fillRef idx="1">
            <a:schemeClr val="accent1"/>
          </a:fillRef>
          <a:effectRef idx="0">
            <a:schemeClr val="accent1"/>
          </a:effectRef>
          <a:fontRef idx="minor">
            <a:schemeClr val="lt1"/>
          </a:fontRef>
        </p:style>
        <p:txBody>
          <a:bodyPr wrap="none" lIns="36576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Contacto directo del integrador</a:t>
            </a:r>
          </a:p>
        </p:txBody>
      </p:sp>
      <p:sp>
        <p:nvSpPr>
          <p:cNvPr id="36" name="TextBox 35">
            <a:extLst>
              <a:ext uri="{FF2B5EF4-FFF2-40B4-BE49-F238E27FC236}">
                <a16:creationId xmlns:a16="http://schemas.microsoft.com/office/drawing/2014/main" id="{5780E4BF-94A3-D5D3-5A72-BCEE944D63E9}"/>
              </a:ext>
            </a:extLst>
          </p:cNvPr>
          <p:cNvSpPr txBox="1"/>
          <p:nvPr/>
        </p:nvSpPr>
        <p:spPr>
          <a:xfrm rot="16200000">
            <a:off x="-196415" y="5919574"/>
            <a:ext cx="917741" cy="107802"/>
          </a:xfrm>
          <a:prstGeom prst="rect">
            <a:avLst/>
          </a:prstGeom>
          <a:no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800" b="0" i="0" u="none" strike="noStrike" kern="1200" cap="none" spc="0" normalizeH="0" baseline="0" noProof="0" err="1">
                <a:ln>
                  <a:noFill/>
                </a:ln>
                <a:solidFill>
                  <a:srgbClr val="000000">
                    <a:lumMod val="50000"/>
                    <a:lumOff val="50000"/>
                  </a:srgbClr>
                </a:solidFill>
                <a:effectLst/>
                <a:uLnTx/>
                <a:uFillTx/>
                <a:latin typeface="Arial" panose="020B0604020202020204"/>
                <a:ea typeface="+mn-ea"/>
                <a:cs typeface="+mn-cs"/>
              </a:rPr>
              <a:t>Resp</a:t>
            </a:r>
            <a:r>
              <a:rPr kumimoji="0" lang="es-ES_tradnl" sz="800" b="0" i="0"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rPr>
              <a:t>. Soporte</a:t>
            </a:r>
          </a:p>
        </p:txBody>
      </p:sp>
      <p:cxnSp>
        <p:nvCxnSpPr>
          <p:cNvPr id="39" name="Straight Connector 38">
            <a:extLst>
              <a:ext uri="{FF2B5EF4-FFF2-40B4-BE49-F238E27FC236}">
                <a16:creationId xmlns:a16="http://schemas.microsoft.com/office/drawing/2014/main" id="{B494E4DD-AFE7-D1D2-5C16-535F930AE8BD}"/>
              </a:ext>
            </a:extLst>
          </p:cNvPr>
          <p:cNvCxnSpPr>
            <a:cxnSpLocks/>
          </p:cNvCxnSpPr>
          <p:nvPr/>
        </p:nvCxnSpPr>
        <p:spPr>
          <a:xfrm>
            <a:off x="333274" y="5533941"/>
            <a:ext cx="0" cy="879069"/>
          </a:xfrm>
          <a:prstGeom prst="line">
            <a:avLst/>
          </a:prstGeom>
          <a:ln w="635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21" name="Group 159">
            <a:extLst>
              <a:ext uri="{FF2B5EF4-FFF2-40B4-BE49-F238E27FC236}">
                <a16:creationId xmlns:a16="http://schemas.microsoft.com/office/drawing/2014/main" id="{8A1FEC9E-C201-A6EB-F6B1-7D11799E3D30}"/>
              </a:ext>
            </a:extLst>
          </p:cNvPr>
          <p:cNvGrpSpPr>
            <a:grpSpLocks noChangeAspect="1"/>
          </p:cNvGrpSpPr>
          <p:nvPr/>
        </p:nvGrpSpPr>
        <p:grpSpPr bwMode="auto">
          <a:xfrm>
            <a:off x="11755438" y="580471"/>
            <a:ext cx="228098" cy="228098"/>
            <a:chOff x="4478" y="2999"/>
            <a:chExt cx="426" cy="426"/>
          </a:xfrm>
          <a:solidFill>
            <a:schemeClr val="tx2"/>
          </a:solidFill>
        </p:grpSpPr>
        <p:sp>
          <p:nvSpPr>
            <p:cNvPr id="22" name="Freeform 160">
              <a:extLst>
                <a:ext uri="{FF2B5EF4-FFF2-40B4-BE49-F238E27FC236}">
                  <a16:creationId xmlns:a16="http://schemas.microsoft.com/office/drawing/2014/main" id="{90ABF4F2-5D94-046D-8C79-52801397A416}"/>
                </a:ext>
              </a:extLst>
            </p:cNvPr>
            <p:cNvSpPr>
              <a:spLocks noEditPoints="1"/>
            </p:cNvSpPr>
            <p:nvPr/>
          </p:nvSpPr>
          <p:spPr bwMode="auto">
            <a:xfrm>
              <a:off x="4478" y="2999"/>
              <a:ext cx="426" cy="426"/>
            </a:xfrm>
            <a:custGeom>
              <a:avLst/>
              <a:gdLst>
                <a:gd name="T0" fmla="*/ 282 w 288"/>
                <a:gd name="T1" fmla="*/ 288 h 288"/>
                <a:gd name="T2" fmla="*/ 6 w 288"/>
                <a:gd name="T3" fmla="*/ 288 h 288"/>
                <a:gd name="T4" fmla="*/ 0 w 288"/>
                <a:gd name="T5" fmla="*/ 282 h 288"/>
                <a:gd name="T6" fmla="*/ 0 w 288"/>
                <a:gd name="T7" fmla="*/ 6 h 288"/>
                <a:gd name="T8" fmla="*/ 6 w 288"/>
                <a:gd name="T9" fmla="*/ 0 h 288"/>
                <a:gd name="T10" fmla="*/ 282 w 288"/>
                <a:gd name="T11" fmla="*/ 0 h 288"/>
                <a:gd name="T12" fmla="*/ 288 w 288"/>
                <a:gd name="T13" fmla="*/ 6 h 288"/>
                <a:gd name="T14" fmla="*/ 288 w 288"/>
                <a:gd name="T15" fmla="*/ 282 h 288"/>
                <a:gd name="T16" fmla="*/ 282 w 288"/>
                <a:gd name="T17" fmla="*/ 288 h 288"/>
                <a:gd name="T18" fmla="*/ 12 w 288"/>
                <a:gd name="T19" fmla="*/ 276 h 288"/>
                <a:gd name="T20" fmla="*/ 276 w 288"/>
                <a:gd name="T21" fmla="*/ 276 h 288"/>
                <a:gd name="T22" fmla="*/ 276 w 288"/>
                <a:gd name="T23" fmla="*/ 12 h 288"/>
                <a:gd name="T24" fmla="*/ 12 w 288"/>
                <a:gd name="T25" fmla="*/ 12 h 288"/>
                <a:gd name="T26" fmla="*/ 12 w 288"/>
                <a:gd name="T27"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88">
                  <a:moveTo>
                    <a:pt x="282" y="288"/>
                  </a:moveTo>
                  <a:cubicBezTo>
                    <a:pt x="6" y="288"/>
                    <a:pt x="6" y="288"/>
                    <a:pt x="6" y="288"/>
                  </a:cubicBezTo>
                  <a:cubicBezTo>
                    <a:pt x="2" y="288"/>
                    <a:pt x="0" y="286"/>
                    <a:pt x="0" y="282"/>
                  </a:cubicBezTo>
                  <a:cubicBezTo>
                    <a:pt x="0" y="6"/>
                    <a:pt x="0" y="6"/>
                    <a:pt x="0" y="6"/>
                  </a:cubicBezTo>
                  <a:cubicBezTo>
                    <a:pt x="0" y="3"/>
                    <a:pt x="2" y="0"/>
                    <a:pt x="6" y="0"/>
                  </a:cubicBezTo>
                  <a:cubicBezTo>
                    <a:pt x="282" y="0"/>
                    <a:pt x="282" y="0"/>
                    <a:pt x="282" y="0"/>
                  </a:cubicBezTo>
                  <a:cubicBezTo>
                    <a:pt x="285" y="0"/>
                    <a:pt x="288" y="3"/>
                    <a:pt x="288" y="6"/>
                  </a:cubicBezTo>
                  <a:cubicBezTo>
                    <a:pt x="288" y="282"/>
                    <a:pt x="288" y="282"/>
                    <a:pt x="288" y="282"/>
                  </a:cubicBezTo>
                  <a:cubicBezTo>
                    <a:pt x="288" y="286"/>
                    <a:pt x="285" y="288"/>
                    <a:pt x="282" y="288"/>
                  </a:cubicBezTo>
                  <a:close/>
                  <a:moveTo>
                    <a:pt x="12" y="276"/>
                  </a:moveTo>
                  <a:cubicBezTo>
                    <a:pt x="276" y="276"/>
                    <a:pt x="276" y="276"/>
                    <a:pt x="276" y="276"/>
                  </a:cubicBezTo>
                  <a:cubicBezTo>
                    <a:pt x="276" y="12"/>
                    <a:pt x="276" y="12"/>
                    <a:pt x="276" y="12"/>
                  </a:cubicBezTo>
                  <a:cubicBezTo>
                    <a:pt x="12" y="12"/>
                    <a:pt x="12" y="12"/>
                    <a:pt x="12" y="12"/>
                  </a:cubicBezTo>
                  <a:lnTo>
                    <a:pt x="12" y="276"/>
                  </a:ln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_tradnl" sz="1800" b="0" i="0" u="none" strike="noStrike" kern="0" cap="none" spc="0" normalizeH="0" baseline="0" noProof="0">
                <a:ln>
                  <a:noFill/>
                </a:ln>
                <a:solidFill>
                  <a:srgbClr val="96958C"/>
                </a:solidFill>
                <a:effectLst/>
                <a:uLnTx/>
                <a:uFillTx/>
                <a:latin typeface="Arial" panose="020B0604020202020204"/>
                <a:ea typeface="+mn-ea"/>
                <a:cs typeface="Arial" charset="0"/>
              </a:endParaRPr>
            </a:p>
          </p:txBody>
        </p:sp>
        <p:sp>
          <p:nvSpPr>
            <p:cNvPr id="25" name="Freeform 161">
              <a:hlinkClick r:id="rId6" action="ppaction://hlinksldjump"/>
              <a:extLst>
                <a:ext uri="{FF2B5EF4-FFF2-40B4-BE49-F238E27FC236}">
                  <a16:creationId xmlns:a16="http://schemas.microsoft.com/office/drawing/2014/main" id="{EC7149FF-88C6-2387-4FE8-1DA06EE9E50C}"/>
                </a:ext>
              </a:extLst>
            </p:cNvPr>
            <p:cNvSpPr>
              <a:spLocks/>
            </p:cNvSpPr>
            <p:nvPr/>
          </p:nvSpPr>
          <p:spPr bwMode="auto">
            <a:xfrm>
              <a:off x="4627" y="3097"/>
              <a:ext cx="126" cy="230"/>
            </a:xfrm>
            <a:custGeom>
              <a:avLst/>
              <a:gdLst>
                <a:gd name="T0" fmla="*/ 79 w 85"/>
                <a:gd name="T1" fmla="*/ 156 h 156"/>
                <a:gd name="T2" fmla="*/ 74 w 85"/>
                <a:gd name="T3" fmla="*/ 154 h 156"/>
                <a:gd name="T4" fmla="*/ 2 w 85"/>
                <a:gd name="T5" fmla="*/ 82 h 156"/>
                <a:gd name="T6" fmla="*/ 2 w 85"/>
                <a:gd name="T7" fmla="*/ 74 h 156"/>
                <a:gd name="T8" fmla="*/ 74 w 85"/>
                <a:gd name="T9" fmla="*/ 2 h 156"/>
                <a:gd name="T10" fmla="*/ 83 w 85"/>
                <a:gd name="T11" fmla="*/ 2 h 156"/>
                <a:gd name="T12" fmla="*/ 83 w 85"/>
                <a:gd name="T13" fmla="*/ 10 h 156"/>
                <a:gd name="T14" fmla="*/ 15 w 85"/>
                <a:gd name="T15" fmla="*/ 78 h 156"/>
                <a:gd name="T16" fmla="*/ 83 w 85"/>
                <a:gd name="T17" fmla="*/ 146 h 156"/>
                <a:gd name="T18" fmla="*/ 83 w 85"/>
                <a:gd name="T19" fmla="*/ 154 h 156"/>
                <a:gd name="T20" fmla="*/ 79 w 85"/>
                <a:gd name="T21" fmla="*/ 15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156">
                  <a:moveTo>
                    <a:pt x="79" y="156"/>
                  </a:moveTo>
                  <a:cubicBezTo>
                    <a:pt x="77" y="156"/>
                    <a:pt x="76" y="156"/>
                    <a:pt x="74" y="154"/>
                  </a:cubicBezTo>
                  <a:cubicBezTo>
                    <a:pt x="2" y="82"/>
                    <a:pt x="2" y="82"/>
                    <a:pt x="2" y="82"/>
                  </a:cubicBezTo>
                  <a:cubicBezTo>
                    <a:pt x="0" y="80"/>
                    <a:pt x="0" y="76"/>
                    <a:pt x="2" y="74"/>
                  </a:cubicBezTo>
                  <a:cubicBezTo>
                    <a:pt x="74" y="2"/>
                    <a:pt x="74" y="2"/>
                    <a:pt x="74" y="2"/>
                  </a:cubicBezTo>
                  <a:cubicBezTo>
                    <a:pt x="77" y="0"/>
                    <a:pt x="80" y="0"/>
                    <a:pt x="83" y="2"/>
                  </a:cubicBezTo>
                  <a:cubicBezTo>
                    <a:pt x="85" y="4"/>
                    <a:pt x="85" y="8"/>
                    <a:pt x="83" y="10"/>
                  </a:cubicBezTo>
                  <a:cubicBezTo>
                    <a:pt x="15" y="78"/>
                    <a:pt x="15" y="78"/>
                    <a:pt x="15" y="78"/>
                  </a:cubicBezTo>
                  <a:cubicBezTo>
                    <a:pt x="83" y="146"/>
                    <a:pt x="83" y="146"/>
                    <a:pt x="83" y="146"/>
                  </a:cubicBezTo>
                  <a:cubicBezTo>
                    <a:pt x="85" y="148"/>
                    <a:pt x="85" y="152"/>
                    <a:pt x="83" y="154"/>
                  </a:cubicBezTo>
                  <a:cubicBezTo>
                    <a:pt x="82" y="156"/>
                    <a:pt x="80" y="156"/>
                    <a:pt x="79" y="156"/>
                  </a:cubicBezTo>
                  <a:close/>
                </a:path>
              </a:pathLst>
            </a:custGeom>
            <a:grpFill/>
            <a:ln w="9525">
              <a:solidFill>
                <a:schemeClr val="tx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_tradnl" sz="1800" b="0" i="0" u="none" strike="noStrike" kern="0" cap="none" spc="0" normalizeH="0" baseline="0" noProof="0">
                <a:ln>
                  <a:noFill/>
                </a:ln>
                <a:solidFill>
                  <a:srgbClr val="96958C"/>
                </a:solidFill>
                <a:effectLst/>
                <a:uLnTx/>
                <a:uFillTx/>
                <a:latin typeface="Arial" panose="020B0604020202020204"/>
                <a:ea typeface="+mn-ea"/>
                <a:cs typeface="Arial" charset="0"/>
              </a:endParaRPr>
            </a:p>
          </p:txBody>
        </p:sp>
      </p:grpSp>
      <p:sp>
        <p:nvSpPr>
          <p:cNvPr id="27" name="Rectangle: Rounded Corners 26">
            <a:extLst>
              <a:ext uri="{FF2B5EF4-FFF2-40B4-BE49-F238E27FC236}">
                <a16:creationId xmlns:a16="http://schemas.microsoft.com/office/drawing/2014/main" id="{381057D8-26A3-51B4-DE64-126FA6CFCF13}"/>
              </a:ext>
            </a:extLst>
          </p:cNvPr>
          <p:cNvSpPr/>
          <p:nvPr/>
        </p:nvSpPr>
        <p:spPr>
          <a:xfrm>
            <a:off x="0" y="92166"/>
            <a:ext cx="2745719" cy="206077"/>
          </a:xfrm>
          <a:prstGeom prst="roundRect">
            <a:avLst/>
          </a:prstGeom>
          <a:solidFill>
            <a:srgbClr val="F907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200" b="1" i="0" u="none" strike="noStrike" kern="1200" cap="none" spc="0" normalizeH="0" baseline="0" noProof="0">
                <a:ln>
                  <a:noFill/>
                </a:ln>
                <a:solidFill>
                  <a:srgbClr val="FFFFFF"/>
                </a:solidFill>
                <a:effectLst/>
                <a:uLnTx/>
                <a:uFillTx/>
                <a:latin typeface="Arial" panose="020B0604020202020204"/>
                <a:ea typeface="+mn-ea"/>
                <a:cs typeface="+mn-cs"/>
              </a:rPr>
              <a:t>Revisión Comité de seguimiento</a:t>
            </a:r>
          </a:p>
        </p:txBody>
      </p:sp>
      <p:sp>
        <p:nvSpPr>
          <p:cNvPr id="3" name="TextBox 2">
            <a:extLst>
              <a:ext uri="{FF2B5EF4-FFF2-40B4-BE49-F238E27FC236}">
                <a16:creationId xmlns:a16="http://schemas.microsoft.com/office/drawing/2014/main" id="{8D3A412C-C330-7398-1775-09A863B2FAED}"/>
              </a:ext>
            </a:extLst>
          </p:cNvPr>
          <p:cNvSpPr txBox="1"/>
          <p:nvPr/>
        </p:nvSpPr>
        <p:spPr>
          <a:xfrm>
            <a:off x="4688341" y="6145181"/>
            <a:ext cx="1401762" cy="331994"/>
          </a:xfrm>
          <a:prstGeom prst="rect">
            <a:avLst/>
          </a:prstGeom>
          <a:solidFill>
            <a:schemeClr val="accent3">
              <a:lumMod val="40000"/>
              <a:lumOff val="6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_tradnl" sz="1050" b="0" i="0" u="none" strike="noStrike" kern="1200" cap="none" spc="0" normalizeH="0" baseline="0" noProof="0">
                <a:ln>
                  <a:noFill/>
                </a:ln>
                <a:solidFill>
                  <a:srgbClr val="FF7800"/>
                </a:solidFill>
                <a:effectLst/>
                <a:uLnTx/>
                <a:uFillTx/>
                <a:latin typeface="Arial" panose="020B0604020202020204"/>
                <a:ea typeface="+mn-ea"/>
                <a:cs typeface="+mn-cs"/>
              </a:rPr>
              <a:t>Equipo soporte –</a:t>
            </a:r>
            <a:r>
              <a:rPr kumimoji="0" lang="es-ES_tradnl" sz="1050" b="1" i="0" u="none" strike="noStrike" kern="1200" cap="none" spc="0" normalizeH="0" baseline="0" noProof="0">
                <a:ln>
                  <a:noFill/>
                </a:ln>
                <a:solidFill>
                  <a:srgbClr val="FF7800"/>
                </a:solidFill>
                <a:effectLst/>
                <a:uLnTx/>
                <a:uFillTx/>
                <a:latin typeface="Arial" panose="020B0604020202020204"/>
                <a:ea typeface="+mn-ea"/>
                <a:cs typeface="+mn-cs"/>
              </a:rPr>
              <a:t> Preventa (Kleber)</a:t>
            </a:r>
          </a:p>
        </p:txBody>
      </p:sp>
      <p:sp>
        <p:nvSpPr>
          <p:cNvPr id="29" name="Rectangle 28">
            <a:extLst>
              <a:ext uri="{FF2B5EF4-FFF2-40B4-BE49-F238E27FC236}">
                <a16:creationId xmlns:a16="http://schemas.microsoft.com/office/drawing/2014/main" id="{C931BC93-8517-392C-A85F-FE68AC88D31D}"/>
              </a:ext>
            </a:extLst>
          </p:cNvPr>
          <p:cNvSpPr/>
          <p:nvPr/>
        </p:nvSpPr>
        <p:spPr>
          <a:xfrm>
            <a:off x="381000" y="6578714"/>
            <a:ext cx="8104766" cy="20626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1.</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Se espera que el integrador que trabaje con el modelo de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Partner</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Autorizado (modelo e2e) proporcione recursos dedicados.</a:t>
            </a:r>
          </a:p>
        </p:txBody>
      </p:sp>
    </p:spTree>
    <p:extLst>
      <p:ext uri="{BB962C8B-B14F-4D97-AF65-F5344CB8AC3E}">
        <p14:creationId xmlns:p14="http://schemas.microsoft.com/office/powerpoint/2010/main" val="3445613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25E26-5B5D-8D3F-3478-4E246B7885C0}"/>
            </a:ext>
          </a:extLst>
        </p:cNvPr>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3376063-EE30-0B56-B5DC-BE03B8A382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6" imgH="486" progId="TCLayout.ActiveDocument.1">
                  <p:embed/>
                </p:oleObj>
              </mc:Choice>
              <mc:Fallback>
                <p:oleObj name="think-cell Slide" r:id="rId3" imgW="486" imgH="486" progId="TCLayout.ActiveDocument.1">
                  <p:embed/>
                  <p:pic>
                    <p:nvPicPr>
                      <p:cNvPr id="12" name="think-cell data - do not delete" hidden="1">
                        <a:extLst>
                          <a:ext uri="{FF2B5EF4-FFF2-40B4-BE49-F238E27FC236}">
                            <a16:creationId xmlns:a16="http://schemas.microsoft.com/office/drawing/2014/main" id="{03376063-EE30-0B56-B5DC-BE03B8A38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4A4C4E7-2AE8-699F-123B-630F0226EED0}"/>
              </a:ext>
            </a:extLst>
          </p:cNvPr>
          <p:cNvSpPr>
            <a:spLocks noGrp="1"/>
          </p:cNvSpPr>
          <p:nvPr>
            <p:ph type="title"/>
          </p:nvPr>
        </p:nvSpPr>
        <p:spPr>
          <a:xfrm>
            <a:off x="381000" y="2875002"/>
            <a:ext cx="11430000" cy="1661993"/>
          </a:xfrm>
        </p:spPr>
        <p:txBody>
          <a:bodyPr vert="horz" rIns="0">
            <a:spAutoFit/>
          </a:bodyPr>
          <a:lstStyle/>
          <a:p>
            <a:r>
              <a:rPr lang="es-ES" sz="8000"/>
              <a:t>Anexo</a:t>
            </a:r>
            <a:br>
              <a:rPr lang="es-ES" sz="8000"/>
            </a:br>
            <a:r>
              <a:rPr lang="es-ES" sz="4000">
                <a:solidFill>
                  <a:schemeClr val="accent1"/>
                </a:solidFill>
              </a:rPr>
              <a:t>Flujo de provisión </a:t>
            </a:r>
            <a:r>
              <a:rPr lang="es-ES" sz="4000" err="1">
                <a:solidFill>
                  <a:schemeClr val="accent1"/>
                </a:solidFill>
              </a:rPr>
              <a:t>SoHo</a:t>
            </a:r>
            <a:endParaRPr lang="es-ES" sz="4000">
              <a:solidFill>
                <a:schemeClr val="accent1"/>
              </a:solidFill>
            </a:endParaRPr>
          </a:p>
        </p:txBody>
      </p:sp>
      <p:sp>
        <p:nvSpPr>
          <p:cNvPr id="4" name="Text Placeholder 3">
            <a:extLst>
              <a:ext uri="{FF2B5EF4-FFF2-40B4-BE49-F238E27FC236}">
                <a16:creationId xmlns:a16="http://schemas.microsoft.com/office/drawing/2014/main" id="{856F12EE-B72D-B0C6-3754-EC3D48EADAE3}"/>
              </a:ext>
            </a:extLst>
          </p:cNvPr>
          <p:cNvSpPr>
            <a:spLocks noGrp="1"/>
          </p:cNvSpPr>
          <p:nvPr>
            <p:ph type="body" idx="1"/>
          </p:nvPr>
        </p:nvSpPr>
        <p:spPr/>
        <p:txBody>
          <a:bodyPr/>
          <a:lstStyle/>
          <a:p>
            <a:endParaRPr lang="es-ES"/>
          </a:p>
        </p:txBody>
      </p:sp>
      <p:sp>
        <p:nvSpPr>
          <p:cNvPr id="5" name="Content Placeholder 4">
            <a:extLst>
              <a:ext uri="{FF2B5EF4-FFF2-40B4-BE49-F238E27FC236}">
                <a16:creationId xmlns:a16="http://schemas.microsoft.com/office/drawing/2014/main" id="{D9D4574A-98DF-25F4-7A0E-49A508255823}"/>
              </a:ext>
            </a:extLst>
          </p:cNvPr>
          <p:cNvSpPr>
            <a:spLocks noGrp="1"/>
          </p:cNvSpPr>
          <p:nvPr>
            <p:ph sz="half" idx="2"/>
          </p:nvPr>
        </p:nvSpPr>
        <p:spPr/>
        <p:txBody>
          <a:bodyPr/>
          <a:lstStyle/>
          <a:p>
            <a:endParaRPr lang="es-ES"/>
          </a:p>
        </p:txBody>
      </p:sp>
      <p:sp>
        <p:nvSpPr>
          <p:cNvPr id="6" name="Text Placeholder 5">
            <a:extLst>
              <a:ext uri="{FF2B5EF4-FFF2-40B4-BE49-F238E27FC236}">
                <a16:creationId xmlns:a16="http://schemas.microsoft.com/office/drawing/2014/main" id="{D16E3B8F-1118-324D-D216-68E889F627A1}"/>
              </a:ext>
            </a:extLst>
          </p:cNvPr>
          <p:cNvSpPr>
            <a:spLocks noGrp="1"/>
          </p:cNvSpPr>
          <p:nvPr>
            <p:ph type="body" idx="16"/>
          </p:nvPr>
        </p:nvSpPr>
        <p:spPr/>
        <p:txBody>
          <a:bodyPr/>
          <a:lstStyle/>
          <a:p>
            <a:endParaRPr lang="es-ES"/>
          </a:p>
        </p:txBody>
      </p:sp>
      <p:sp>
        <p:nvSpPr>
          <p:cNvPr id="7" name="Text Placeholder 6">
            <a:extLst>
              <a:ext uri="{FF2B5EF4-FFF2-40B4-BE49-F238E27FC236}">
                <a16:creationId xmlns:a16="http://schemas.microsoft.com/office/drawing/2014/main" id="{8D648618-46C5-2A50-6EDE-35290BA166EA}"/>
              </a:ext>
            </a:extLst>
          </p:cNvPr>
          <p:cNvSpPr>
            <a:spLocks noGrp="1"/>
          </p:cNvSpPr>
          <p:nvPr>
            <p:ph type="body" idx="14"/>
          </p:nvPr>
        </p:nvSpPr>
        <p:spPr/>
        <p:txBody>
          <a:bodyPr/>
          <a:lstStyle/>
          <a:p>
            <a:endParaRPr lang="es-ES"/>
          </a:p>
        </p:txBody>
      </p:sp>
      <p:sp>
        <p:nvSpPr>
          <p:cNvPr id="8" name="Content Placeholder 7">
            <a:extLst>
              <a:ext uri="{FF2B5EF4-FFF2-40B4-BE49-F238E27FC236}">
                <a16:creationId xmlns:a16="http://schemas.microsoft.com/office/drawing/2014/main" id="{E81CE8EE-B600-1761-7237-3973C6A82D31}"/>
              </a:ext>
            </a:extLst>
          </p:cNvPr>
          <p:cNvSpPr>
            <a:spLocks noGrp="1"/>
          </p:cNvSpPr>
          <p:nvPr>
            <p:ph sz="half" idx="15"/>
          </p:nvPr>
        </p:nvSpPr>
        <p:spPr/>
        <p:txBody>
          <a:bodyPr/>
          <a:lstStyle/>
          <a:p>
            <a:endParaRPr lang="es-ES"/>
          </a:p>
        </p:txBody>
      </p:sp>
    </p:spTree>
    <p:extLst>
      <p:ext uri="{BB962C8B-B14F-4D97-AF65-F5344CB8AC3E}">
        <p14:creationId xmlns:p14="http://schemas.microsoft.com/office/powerpoint/2010/main" val="577790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CD66E-44A5-F101-EAE0-6B2BAA2DC7E4}"/>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097B5FD-834A-7A2B-EEC6-61B952D102A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A097B5FD-834A-7A2B-EEC6-61B952D102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05592EC4-63FF-521F-D8CC-539836F889B2}"/>
              </a:ext>
            </a:extLst>
          </p:cNvPr>
          <p:cNvSpPr/>
          <p:nvPr/>
        </p:nvSpPr>
        <p:spPr>
          <a:xfrm>
            <a:off x="0" y="1562827"/>
            <a:ext cx="2898179" cy="46771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s-ES" sz="1000" b="1" i="0" u="none" strike="noStrike" kern="1200" cap="none" spc="0" normalizeH="0" baseline="0" noProof="0">
              <a:ln>
                <a:noFill/>
              </a:ln>
              <a:solidFill>
                <a:srgbClr val="FF78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FC1A70BF-560A-4EE4-EB92-B331BDE3282E}"/>
              </a:ext>
            </a:extLst>
          </p:cNvPr>
          <p:cNvSpPr>
            <a:spLocks noGrp="1"/>
          </p:cNvSpPr>
          <p:nvPr>
            <p:ph type="title"/>
          </p:nvPr>
        </p:nvSpPr>
        <p:spPr/>
        <p:txBody>
          <a:bodyPr vert="horz"/>
          <a:lstStyle/>
          <a:p>
            <a:r>
              <a:rPr lang="es-ES_tradnl" noProof="0"/>
              <a:t>Flujo de provisión – SOHO</a:t>
            </a:r>
          </a:p>
        </p:txBody>
      </p:sp>
      <p:sp>
        <p:nvSpPr>
          <p:cNvPr id="3" name="Subtitle 2">
            <a:extLst>
              <a:ext uri="{FF2B5EF4-FFF2-40B4-BE49-F238E27FC236}">
                <a16:creationId xmlns:a16="http://schemas.microsoft.com/office/drawing/2014/main" id="{645C6BAC-DA4E-0442-62D7-3644645047A4}"/>
              </a:ext>
            </a:extLst>
          </p:cNvPr>
          <p:cNvSpPr>
            <a:spLocks noGrp="1"/>
          </p:cNvSpPr>
          <p:nvPr>
            <p:ph type="subTitle" idx="13"/>
          </p:nvPr>
        </p:nvSpPr>
        <p:spPr/>
        <p:txBody>
          <a:bodyPr/>
          <a:lstStyle/>
          <a:p>
            <a:r>
              <a:rPr lang="es-ES_tradnl" noProof="0"/>
              <a:t>Proceso completo desde la creación de la orden en Siebel hasta la activación final del cliente</a:t>
            </a:r>
          </a:p>
        </p:txBody>
      </p:sp>
      <p:sp>
        <p:nvSpPr>
          <p:cNvPr id="105" name="Text Placeholder 104">
            <a:extLst>
              <a:ext uri="{FF2B5EF4-FFF2-40B4-BE49-F238E27FC236}">
                <a16:creationId xmlns:a16="http://schemas.microsoft.com/office/drawing/2014/main" id="{9C5BE000-6C72-733B-E01D-F1535EF8CCA1}"/>
              </a:ext>
            </a:extLst>
          </p:cNvPr>
          <p:cNvSpPr>
            <a:spLocks noGrp="1"/>
          </p:cNvSpPr>
          <p:nvPr>
            <p:ph type="body" idx="14"/>
          </p:nvPr>
        </p:nvSpPr>
        <p:spPr>
          <a:xfrm>
            <a:off x="9525494" y="592334"/>
            <a:ext cx="2486023" cy="498598"/>
          </a:xfrm>
        </p:spPr>
        <p:txBody>
          <a:bodyPr/>
          <a:lstStyle/>
          <a:p>
            <a:r>
              <a:rPr lang="es-ES_tradnl"/>
              <a:t>Siguientes pasos  &gt; Centralita de negocio</a:t>
            </a:r>
          </a:p>
        </p:txBody>
      </p:sp>
      <p:sp>
        <p:nvSpPr>
          <p:cNvPr id="106" name="Content Placeholder 105">
            <a:extLst>
              <a:ext uri="{FF2B5EF4-FFF2-40B4-BE49-F238E27FC236}">
                <a16:creationId xmlns:a16="http://schemas.microsoft.com/office/drawing/2014/main" id="{A8AB7CF0-B262-80D8-D06E-C4738685E4E8}"/>
              </a:ext>
            </a:extLst>
          </p:cNvPr>
          <p:cNvSpPr>
            <a:spLocks noGrp="1"/>
          </p:cNvSpPr>
          <p:nvPr>
            <p:ph sz="half" idx="15"/>
          </p:nvPr>
        </p:nvSpPr>
        <p:spPr>
          <a:xfrm>
            <a:off x="9440832" y="1177130"/>
            <a:ext cx="2589935" cy="2106690"/>
          </a:xfrm>
        </p:spPr>
        <p:txBody>
          <a:bodyPr/>
          <a:lstStyle/>
          <a:p>
            <a:pPr marL="0" lvl="0" indent="0">
              <a:buNone/>
            </a:pPr>
            <a:r>
              <a:rPr lang="es-ES" sz="1050" b="1" u="sng"/>
              <a:t>Configuración </a:t>
            </a:r>
          </a:p>
          <a:p>
            <a:pPr marL="0" lvl="0" indent="0">
              <a:buNone/>
            </a:pPr>
            <a:r>
              <a:rPr lang="es-ES" sz="1050"/>
              <a:t>Una vez el “hierro” de la centralita es instalado (por el instalador) y se realiza la configuración inicial</a:t>
            </a:r>
            <a:r>
              <a:rPr lang="es-ES" sz="1050" baseline="30000"/>
              <a:t>2</a:t>
            </a:r>
            <a:r>
              <a:rPr lang="es-ES" sz="1050"/>
              <a:t> (el instalador avisa al gestor de provisión por teléfono), el cliente podrá realizar configuraciones avanzadas mediante las siguientes opciones:</a:t>
            </a:r>
            <a:endParaRPr lang="en-US" sz="1050"/>
          </a:p>
          <a:p>
            <a:pPr marL="171450" indent="-171450"/>
            <a:r>
              <a:rPr lang="es-ES" sz="1050" b="1"/>
              <a:t>Atención al cliente (1471) </a:t>
            </a:r>
            <a:r>
              <a:rPr lang="es-ES" sz="1050"/>
              <a:t>informando “</a:t>
            </a:r>
            <a:r>
              <a:rPr lang="es-ES" sz="1050" i="1"/>
              <a:t>configuración de la centralita” </a:t>
            </a:r>
            <a:r>
              <a:rPr lang="es-ES" sz="1050"/>
              <a:t>para contactar con el equipo responsable </a:t>
            </a:r>
            <a:endParaRPr lang="en-US" sz="1050"/>
          </a:p>
          <a:p>
            <a:pPr marL="171450" indent="-171450"/>
            <a:r>
              <a:rPr lang="es-ES" sz="1050" b="1"/>
              <a:t>Portal de autogestión &gt;</a:t>
            </a:r>
            <a:r>
              <a:rPr lang="es-ES" sz="1050"/>
              <a:t> </a:t>
            </a:r>
            <a:r>
              <a:rPr lang="es-ES" sz="1050" u="sng">
                <a:solidFill>
                  <a:srgbClr val="0070C0"/>
                </a:solidFill>
                <a:hlinkClick r:id="rId6">
                  <a:extLst>
                    <a:ext uri="{A12FA001-AC4F-418D-AE19-62706E023703}">
                      <ahyp:hlinkClr xmlns:ahyp="http://schemas.microsoft.com/office/drawing/2018/hyperlinkcolor" val="tx"/>
                    </a:ext>
                  </a:extLst>
                </a:hlinkClick>
              </a:rPr>
              <a:t>Primeros pasos centralita negocio - Ayuda Orange</a:t>
            </a:r>
            <a:endParaRPr lang="en-US" sz="1050">
              <a:solidFill>
                <a:srgbClr val="0070C0"/>
              </a:solidFill>
            </a:endParaRPr>
          </a:p>
          <a:p>
            <a:pPr lvl="1"/>
            <a:r>
              <a:rPr lang="es-ES" sz="1050"/>
              <a:t>*Manual de portal de autogestión: </a:t>
            </a:r>
            <a:r>
              <a:rPr lang="es-ES" sz="1050" u="sng">
                <a:solidFill>
                  <a:srgbClr val="0070C0"/>
                </a:solidFill>
              </a:rPr>
              <a:t>descubre Orange</a:t>
            </a:r>
          </a:p>
          <a:p>
            <a:pPr lvl="1"/>
            <a:endParaRPr lang="es-ES" sz="1050" u="sng">
              <a:solidFill>
                <a:srgbClr val="0070C0"/>
              </a:solidFill>
            </a:endParaRPr>
          </a:p>
          <a:p>
            <a:pPr marL="0" lvl="0" indent="0">
              <a:buNone/>
            </a:pPr>
            <a:r>
              <a:rPr lang="es-ES" sz="1050"/>
              <a:t>Diferenciación </a:t>
            </a:r>
            <a:r>
              <a:rPr lang="es-ES" sz="1050" b="1" u="sng"/>
              <a:t>Centralita Negocio </a:t>
            </a:r>
            <a:r>
              <a:rPr lang="es-ES" sz="1050" u="sng"/>
              <a:t>(</a:t>
            </a:r>
            <a:r>
              <a:rPr lang="es-ES" sz="1050" u="sng" err="1"/>
              <a:t>SoHo</a:t>
            </a:r>
            <a:r>
              <a:rPr lang="es-ES" sz="1050" u="sng"/>
              <a:t>)</a:t>
            </a:r>
            <a:r>
              <a:rPr lang="es-ES" sz="1050" b="1" u="sng"/>
              <a:t> vs. Centralita Big PYME:</a:t>
            </a:r>
            <a:r>
              <a:rPr lang="es-ES" sz="1050" u="sng"/>
              <a:t> </a:t>
            </a:r>
            <a:endParaRPr lang="en-US" sz="1050" u="sng"/>
          </a:p>
          <a:p>
            <a:pPr marL="0" lvl="0" indent="0">
              <a:buNone/>
            </a:pPr>
            <a:r>
              <a:rPr lang="en-US" sz="1050"/>
              <a:t>La </a:t>
            </a:r>
            <a:r>
              <a:rPr lang="en-US" sz="1050" err="1"/>
              <a:t>centralita</a:t>
            </a:r>
            <a:r>
              <a:rPr lang="en-US" sz="1050"/>
              <a:t> BIG PYME </a:t>
            </a:r>
            <a:r>
              <a:rPr lang="es-ES" sz="1050"/>
              <a:t>es un servicio de PYME, que cuenta con figura de un Gestor de Proyectos Especiales (GPE). Este informa al cliente de los distintos hitos de su provisión, realiza la configuración solicitada por el cliente. El cliente puede llamar a su GPE hasta 7 días tras la entrega de servicio.</a:t>
            </a:r>
            <a:endParaRPr lang="en-US" sz="1050"/>
          </a:p>
          <a:p>
            <a:pPr marL="457200" lvl="1" indent="0">
              <a:buNone/>
            </a:pPr>
            <a:endParaRPr lang="en-US" sz="1050">
              <a:solidFill>
                <a:srgbClr val="0070C0"/>
              </a:solidFill>
            </a:endParaRPr>
          </a:p>
          <a:p>
            <a:endParaRPr lang="es-ES_tradnl" sz="2000"/>
          </a:p>
        </p:txBody>
      </p:sp>
      <p:sp>
        <p:nvSpPr>
          <p:cNvPr id="12" name="Rectangle 11">
            <a:extLst>
              <a:ext uri="{FF2B5EF4-FFF2-40B4-BE49-F238E27FC236}">
                <a16:creationId xmlns:a16="http://schemas.microsoft.com/office/drawing/2014/main" id="{D1F70B73-9AB5-1A7F-9675-BD8CC8531F06}"/>
              </a:ext>
            </a:extLst>
          </p:cNvPr>
          <p:cNvSpPr/>
          <p:nvPr/>
        </p:nvSpPr>
        <p:spPr>
          <a:xfrm>
            <a:off x="220230" y="3471171"/>
            <a:ext cx="897467" cy="860420"/>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Orden convergente</a:t>
            </a:r>
            <a:r>
              <a:rPr kumimoji="0" lang="es-ES_tradnl" sz="900" b="1" i="0" u="none" strike="noStrike" kern="1200" cap="none" spc="0" normalizeH="0" baseline="30000" noProof="0">
                <a:ln>
                  <a:noFill/>
                </a:ln>
                <a:solidFill>
                  <a:srgbClr val="FFFFFF"/>
                </a:solidFill>
                <a:effectLst/>
                <a:uLnTx/>
                <a:uFillTx/>
                <a:latin typeface="Arial" panose="020B0604020202020204"/>
                <a:ea typeface="+mn-ea"/>
                <a:cs typeface="+mn-cs"/>
              </a:rPr>
              <a:t>1</a:t>
            </a:r>
          </a:p>
        </p:txBody>
      </p:sp>
      <p:sp>
        <p:nvSpPr>
          <p:cNvPr id="18" name="Rectangle 17">
            <a:extLst>
              <a:ext uri="{FF2B5EF4-FFF2-40B4-BE49-F238E27FC236}">
                <a16:creationId xmlns:a16="http://schemas.microsoft.com/office/drawing/2014/main" id="{7FF57907-CEA3-EF5B-DDFF-31F542180B76}"/>
              </a:ext>
            </a:extLst>
          </p:cNvPr>
          <p:cNvSpPr/>
          <p:nvPr/>
        </p:nvSpPr>
        <p:spPr>
          <a:xfrm>
            <a:off x="1863331" y="5054957"/>
            <a:ext cx="791882" cy="908717"/>
          </a:xfrm>
          <a:prstGeom prst="rect">
            <a:avLst/>
          </a:prstGeom>
          <a:solidFill>
            <a:schemeClr val="bg1"/>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Alta nueva</a:t>
            </a:r>
          </a:p>
        </p:txBody>
      </p:sp>
      <p:sp>
        <p:nvSpPr>
          <p:cNvPr id="21" name="Rectangle 20">
            <a:extLst>
              <a:ext uri="{FF2B5EF4-FFF2-40B4-BE49-F238E27FC236}">
                <a16:creationId xmlns:a16="http://schemas.microsoft.com/office/drawing/2014/main" id="{BDD288D5-E9FF-21FB-7677-8FA0D44879AA}"/>
              </a:ext>
            </a:extLst>
          </p:cNvPr>
          <p:cNvSpPr/>
          <p:nvPr/>
        </p:nvSpPr>
        <p:spPr>
          <a:xfrm>
            <a:off x="1215337" y="4015868"/>
            <a:ext cx="540866" cy="1947806"/>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MÓVIL</a:t>
            </a:r>
          </a:p>
        </p:txBody>
      </p:sp>
      <p:sp>
        <p:nvSpPr>
          <p:cNvPr id="24" name="Rectangle 23">
            <a:extLst>
              <a:ext uri="{FF2B5EF4-FFF2-40B4-BE49-F238E27FC236}">
                <a16:creationId xmlns:a16="http://schemas.microsoft.com/office/drawing/2014/main" id="{6ECA41A3-7534-A41A-B58A-683D2E52B893}"/>
              </a:ext>
            </a:extLst>
          </p:cNvPr>
          <p:cNvSpPr/>
          <p:nvPr/>
        </p:nvSpPr>
        <p:spPr>
          <a:xfrm>
            <a:off x="1863331" y="4015868"/>
            <a:ext cx="791882" cy="908717"/>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Portabilidad</a:t>
            </a:r>
          </a:p>
        </p:txBody>
      </p:sp>
      <p:sp>
        <p:nvSpPr>
          <p:cNvPr id="19" name="Rectangle 18">
            <a:extLst>
              <a:ext uri="{FF2B5EF4-FFF2-40B4-BE49-F238E27FC236}">
                <a16:creationId xmlns:a16="http://schemas.microsoft.com/office/drawing/2014/main" id="{D2D68023-FC51-FC7F-F75D-0DD273981B17}"/>
              </a:ext>
            </a:extLst>
          </p:cNvPr>
          <p:cNvSpPr/>
          <p:nvPr/>
        </p:nvSpPr>
        <p:spPr>
          <a:xfrm>
            <a:off x="1863331" y="2878176"/>
            <a:ext cx="791882" cy="908717"/>
          </a:xfrm>
          <a:prstGeom prst="rect">
            <a:avLst/>
          </a:prstGeom>
          <a:solidFill>
            <a:schemeClr val="bg1"/>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Alta nueva</a:t>
            </a:r>
          </a:p>
        </p:txBody>
      </p:sp>
      <p:sp>
        <p:nvSpPr>
          <p:cNvPr id="23" name="Rectangle 22">
            <a:extLst>
              <a:ext uri="{FF2B5EF4-FFF2-40B4-BE49-F238E27FC236}">
                <a16:creationId xmlns:a16="http://schemas.microsoft.com/office/drawing/2014/main" id="{B1B1E944-0297-CC40-7899-96001EE8CDA9}"/>
              </a:ext>
            </a:extLst>
          </p:cNvPr>
          <p:cNvSpPr/>
          <p:nvPr/>
        </p:nvSpPr>
        <p:spPr>
          <a:xfrm>
            <a:off x="1215337" y="1839087"/>
            <a:ext cx="540866" cy="1947806"/>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FIJO</a:t>
            </a:r>
          </a:p>
        </p:txBody>
      </p:sp>
      <p:sp>
        <p:nvSpPr>
          <p:cNvPr id="25" name="Rectangle 24">
            <a:extLst>
              <a:ext uri="{FF2B5EF4-FFF2-40B4-BE49-F238E27FC236}">
                <a16:creationId xmlns:a16="http://schemas.microsoft.com/office/drawing/2014/main" id="{BD58160F-0B89-3030-DE70-72BA803422BE}"/>
              </a:ext>
            </a:extLst>
          </p:cNvPr>
          <p:cNvSpPr/>
          <p:nvPr/>
        </p:nvSpPr>
        <p:spPr>
          <a:xfrm>
            <a:off x="1863331" y="1839087"/>
            <a:ext cx="791882" cy="908717"/>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Portabilidad</a:t>
            </a:r>
          </a:p>
        </p:txBody>
      </p:sp>
      <p:sp>
        <p:nvSpPr>
          <p:cNvPr id="131" name="Rectangle 130">
            <a:extLst>
              <a:ext uri="{FF2B5EF4-FFF2-40B4-BE49-F238E27FC236}">
                <a16:creationId xmlns:a16="http://schemas.microsoft.com/office/drawing/2014/main" id="{45E353E3-7DA0-6458-8897-A226F9C4396A}"/>
              </a:ext>
            </a:extLst>
          </p:cNvPr>
          <p:cNvSpPr/>
          <p:nvPr/>
        </p:nvSpPr>
        <p:spPr>
          <a:xfrm>
            <a:off x="2909209"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1</a:t>
            </a:r>
          </a:p>
        </p:txBody>
      </p:sp>
      <p:sp>
        <p:nvSpPr>
          <p:cNvPr id="132" name="Rectangle 131">
            <a:extLst>
              <a:ext uri="{FF2B5EF4-FFF2-40B4-BE49-F238E27FC236}">
                <a16:creationId xmlns:a16="http://schemas.microsoft.com/office/drawing/2014/main" id="{44E04832-2715-E892-7F34-A9E365B14CE5}"/>
              </a:ext>
            </a:extLst>
          </p:cNvPr>
          <p:cNvSpPr/>
          <p:nvPr/>
        </p:nvSpPr>
        <p:spPr>
          <a:xfrm>
            <a:off x="4058466"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2</a:t>
            </a:r>
          </a:p>
        </p:txBody>
      </p:sp>
      <p:sp>
        <p:nvSpPr>
          <p:cNvPr id="133" name="Rectangle 132">
            <a:extLst>
              <a:ext uri="{FF2B5EF4-FFF2-40B4-BE49-F238E27FC236}">
                <a16:creationId xmlns:a16="http://schemas.microsoft.com/office/drawing/2014/main" id="{0648DE5D-4B13-04D0-DAB6-6F2C6581DF3B}"/>
              </a:ext>
            </a:extLst>
          </p:cNvPr>
          <p:cNvSpPr/>
          <p:nvPr/>
        </p:nvSpPr>
        <p:spPr>
          <a:xfrm>
            <a:off x="5207628"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3</a:t>
            </a:r>
          </a:p>
        </p:txBody>
      </p:sp>
      <p:sp>
        <p:nvSpPr>
          <p:cNvPr id="134" name="Rectangle 133">
            <a:extLst>
              <a:ext uri="{FF2B5EF4-FFF2-40B4-BE49-F238E27FC236}">
                <a16:creationId xmlns:a16="http://schemas.microsoft.com/office/drawing/2014/main" id="{76A62473-6E46-25C6-8E9F-299F04A668CE}"/>
              </a:ext>
            </a:extLst>
          </p:cNvPr>
          <p:cNvSpPr/>
          <p:nvPr/>
        </p:nvSpPr>
        <p:spPr>
          <a:xfrm>
            <a:off x="6356886"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4</a:t>
            </a:r>
          </a:p>
        </p:txBody>
      </p:sp>
      <p:sp>
        <p:nvSpPr>
          <p:cNvPr id="135" name="Rectangle 134">
            <a:extLst>
              <a:ext uri="{FF2B5EF4-FFF2-40B4-BE49-F238E27FC236}">
                <a16:creationId xmlns:a16="http://schemas.microsoft.com/office/drawing/2014/main" id="{4A100B5E-E675-C916-7F6C-F627F42DF62D}"/>
              </a:ext>
            </a:extLst>
          </p:cNvPr>
          <p:cNvSpPr/>
          <p:nvPr/>
        </p:nvSpPr>
        <p:spPr>
          <a:xfrm>
            <a:off x="7506143"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5</a:t>
            </a:r>
          </a:p>
        </p:txBody>
      </p:sp>
      <p:sp>
        <p:nvSpPr>
          <p:cNvPr id="136" name="Rectangle 135">
            <a:extLst>
              <a:ext uri="{FF2B5EF4-FFF2-40B4-BE49-F238E27FC236}">
                <a16:creationId xmlns:a16="http://schemas.microsoft.com/office/drawing/2014/main" id="{492FDF95-ECE1-E0BA-D171-A706DEEF02BC}"/>
              </a:ext>
            </a:extLst>
          </p:cNvPr>
          <p:cNvSpPr/>
          <p:nvPr/>
        </p:nvSpPr>
        <p:spPr>
          <a:xfrm>
            <a:off x="2909209"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Creación orden</a:t>
            </a:r>
          </a:p>
        </p:txBody>
      </p:sp>
      <p:sp>
        <p:nvSpPr>
          <p:cNvPr id="137" name="Rectangle 136">
            <a:extLst>
              <a:ext uri="{FF2B5EF4-FFF2-40B4-BE49-F238E27FC236}">
                <a16:creationId xmlns:a16="http://schemas.microsoft.com/office/drawing/2014/main" id="{7CCF4063-AFBE-E77D-E359-72D53E07E0D9}"/>
              </a:ext>
            </a:extLst>
          </p:cNvPr>
          <p:cNvSpPr/>
          <p:nvPr/>
        </p:nvSpPr>
        <p:spPr>
          <a:xfrm>
            <a:off x="4058466"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0" i="1" u="none" strike="noStrike" kern="1200" cap="none" spc="0" normalizeH="0" baseline="0" noProof="0">
                <a:ln>
                  <a:noFill/>
                </a:ln>
                <a:solidFill>
                  <a:srgbClr val="000000"/>
                </a:solidFill>
                <a:effectLst/>
                <a:uLnTx/>
                <a:uFillTx/>
                <a:latin typeface="Arial" panose="020B0604020202020204"/>
                <a:ea typeface="+mn-ea"/>
                <a:cs typeface="+mn-cs"/>
              </a:rPr>
              <a:t>…</a:t>
            </a:r>
            <a:endParaRPr kumimoji="0" lang="es-ES" sz="1050" b="0"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138" name="Rectangle 137">
            <a:extLst>
              <a:ext uri="{FF2B5EF4-FFF2-40B4-BE49-F238E27FC236}">
                <a16:creationId xmlns:a16="http://schemas.microsoft.com/office/drawing/2014/main" id="{0F7D5066-19E3-08F7-3A92-E3206A24EB14}"/>
              </a:ext>
            </a:extLst>
          </p:cNvPr>
          <p:cNvSpPr/>
          <p:nvPr/>
        </p:nvSpPr>
        <p:spPr>
          <a:xfrm>
            <a:off x="5207724"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a:t>
            </a:r>
            <a:endParaRPr kumimoji="0" lang="es-ES" sz="7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9" name="Rectangle 138">
            <a:extLst>
              <a:ext uri="{FF2B5EF4-FFF2-40B4-BE49-F238E27FC236}">
                <a16:creationId xmlns:a16="http://schemas.microsoft.com/office/drawing/2014/main" id="{B01B974F-C54D-DD30-75A0-00ABBD04E125}"/>
              </a:ext>
            </a:extLst>
          </p:cNvPr>
          <p:cNvSpPr/>
          <p:nvPr/>
        </p:nvSpPr>
        <p:spPr>
          <a:xfrm>
            <a:off x="6356981"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VC FIJO</a:t>
            </a:r>
            <a:endParaRPr kumimoji="0" lang="es-ES" sz="700" b="0"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140" name="Rectangle 139">
            <a:extLst>
              <a:ext uri="{FF2B5EF4-FFF2-40B4-BE49-F238E27FC236}">
                <a16:creationId xmlns:a16="http://schemas.microsoft.com/office/drawing/2014/main" id="{6099B700-9B65-2193-02E3-0272FBC65267}"/>
              </a:ext>
            </a:extLst>
          </p:cNvPr>
          <p:cNvSpPr/>
          <p:nvPr/>
        </p:nvSpPr>
        <p:spPr>
          <a:xfrm>
            <a:off x="7506239"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VC MÓVIL</a:t>
            </a:r>
            <a:endParaRPr kumimoji="0" lang="es-ES" sz="105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41" name="Connector: Curved 140">
            <a:extLst>
              <a:ext uri="{FF2B5EF4-FFF2-40B4-BE49-F238E27FC236}">
                <a16:creationId xmlns:a16="http://schemas.microsoft.com/office/drawing/2014/main" id="{5E7A6BB8-1756-EB9C-B0E6-741DD766CAF7}"/>
              </a:ext>
            </a:extLst>
          </p:cNvPr>
          <p:cNvCxnSpPr>
            <a:cxnSpLocks/>
            <a:stCxn id="136" idx="0"/>
            <a:endCxn id="140" idx="0"/>
          </p:cNvCxnSpPr>
          <p:nvPr/>
        </p:nvCxnSpPr>
        <p:spPr>
          <a:xfrm rot="5400000" flipH="1" flipV="1">
            <a:off x="5745140" y="-363517"/>
            <a:ext cx="12700" cy="4597030"/>
          </a:xfrm>
          <a:prstGeom prst="curvedConnector3">
            <a:avLst>
              <a:gd name="adj1" fmla="val 1800000"/>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 name="Connector: Curved 4">
            <a:extLst>
              <a:ext uri="{FF2B5EF4-FFF2-40B4-BE49-F238E27FC236}">
                <a16:creationId xmlns:a16="http://schemas.microsoft.com/office/drawing/2014/main" id="{DCC617B5-CB75-2591-8FCC-82F2F90C4236}"/>
              </a:ext>
            </a:extLst>
          </p:cNvPr>
          <p:cNvCxnSpPr>
            <a:cxnSpLocks/>
            <a:stCxn id="136" idx="0"/>
            <a:endCxn id="139" idx="0"/>
          </p:cNvCxnSpPr>
          <p:nvPr/>
        </p:nvCxnSpPr>
        <p:spPr>
          <a:xfrm rot="5400000" flipH="1" flipV="1">
            <a:off x="5170511" y="211112"/>
            <a:ext cx="12700" cy="3447772"/>
          </a:xfrm>
          <a:prstGeom prst="curvedConnector3">
            <a:avLst>
              <a:gd name="adj1" fmla="val 1549984"/>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B018B25-3D3C-74BD-BBA1-4D113FE6470E}"/>
              </a:ext>
            </a:extLst>
          </p:cNvPr>
          <p:cNvCxnSpPr>
            <a:cxnSpLocks/>
          </p:cNvCxnSpPr>
          <p:nvPr/>
        </p:nvCxnSpPr>
        <p:spPr>
          <a:xfrm>
            <a:off x="4595153" y="2781973"/>
            <a:ext cx="0" cy="2450596"/>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D9A46FF-2549-62D7-B451-48D89532E054}"/>
              </a:ext>
            </a:extLst>
          </p:cNvPr>
          <p:cNvCxnSpPr>
            <a:cxnSpLocks/>
          </p:cNvCxnSpPr>
          <p:nvPr/>
        </p:nvCxnSpPr>
        <p:spPr>
          <a:xfrm>
            <a:off x="5744315" y="2781973"/>
            <a:ext cx="0" cy="237422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71D0B26-74E2-EECD-F7CB-8F984C950DAD}"/>
              </a:ext>
            </a:extLst>
          </p:cNvPr>
          <p:cNvCxnSpPr>
            <a:cxnSpLocks/>
          </p:cNvCxnSpPr>
          <p:nvPr/>
        </p:nvCxnSpPr>
        <p:spPr>
          <a:xfrm>
            <a:off x="8042829" y="2781973"/>
            <a:ext cx="0" cy="63822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687A7AE-5C2C-A7D9-9BF8-C9DB4041B8E7}"/>
              </a:ext>
            </a:extLst>
          </p:cNvPr>
          <p:cNvCxnSpPr>
            <a:cxnSpLocks/>
          </p:cNvCxnSpPr>
          <p:nvPr/>
        </p:nvCxnSpPr>
        <p:spPr>
          <a:xfrm>
            <a:off x="3445896" y="2781973"/>
            <a:ext cx="0" cy="291407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9167FDE7-3B31-38CE-487C-3FA62BBB50B6}"/>
              </a:ext>
            </a:extLst>
          </p:cNvPr>
          <p:cNvSpPr/>
          <p:nvPr/>
        </p:nvSpPr>
        <p:spPr>
          <a:xfrm>
            <a:off x="3024558" y="1562826"/>
            <a:ext cx="6186818" cy="4677106"/>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ectangle 27">
            <a:extLst>
              <a:ext uri="{FF2B5EF4-FFF2-40B4-BE49-F238E27FC236}">
                <a16:creationId xmlns:a16="http://schemas.microsoft.com/office/drawing/2014/main" id="{8942BCE9-9325-DA0B-1D86-EFE209EC3507}"/>
              </a:ext>
            </a:extLst>
          </p:cNvPr>
          <p:cNvSpPr/>
          <p:nvPr/>
        </p:nvSpPr>
        <p:spPr>
          <a:xfrm>
            <a:off x="4604847" y="3646365"/>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Antes de las 16:00h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visita del técnico para instalar acometida en paralelo del Fijo</a:t>
            </a:r>
          </a:p>
          <a:p>
            <a:pPr marL="0" marR="0" lvl="0" indent="11113" algn="l" defTabSz="914400" rtl="0" eaLnBrk="1" fontAlgn="auto" latinLnBrk="0" hangingPunct="1">
              <a:lnSpc>
                <a:spcPct val="100000"/>
              </a:lnSpc>
              <a:spcBef>
                <a:spcPts val="0"/>
              </a:spcBef>
              <a:spcAft>
                <a:spcPts val="0"/>
              </a:spcAft>
              <a:buClrTx/>
              <a:buSzTx/>
              <a:buFontTx/>
              <a:buNone/>
              <a:tabLst/>
              <a:defRPr/>
            </a:pPr>
            <a:endPar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 partir de a las 19:00h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se asigna</a:t>
            </a: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VC provisional del Fijo (para el </a:t>
            </a:r>
            <a:r>
              <a:rPr kumimoji="0" lang="es-ES_tradnl" sz="900" b="0" i="1" u="none" strike="noStrike" kern="1200" cap="none" spc="0" normalizeH="0" baseline="0" noProof="0">
                <a:ln>
                  <a:noFill/>
                </a:ln>
                <a:solidFill>
                  <a:srgbClr val="000000"/>
                </a:solidFill>
                <a:effectLst/>
                <a:uLnTx/>
                <a:uFillTx/>
                <a:latin typeface="Arial" panose="020B0604020202020204"/>
                <a:ea typeface="+mn-ea"/>
                <a:cs typeface="+mn-cs"/>
              </a:rPr>
              <a:t>día 4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del proceso)</a:t>
            </a:r>
          </a:p>
        </p:txBody>
      </p:sp>
      <p:sp>
        <p:nvSpPr>
          <p:cNvPr id="31" name="Rectangle 30">
            <a:extLst>
              <a:ext uri="{FF2B5EF4-FFF2-40B4-BE49-F238E27FC236}">
                <a16:creationId xmlns:a16="http://schemas.microsoft.com/office/drawing/2014/main" id="{EA92749C-BD6B-42D5-449B-D2FE706CBDCA}"/>
              </a:ext>
            </a:extLst>
          </p:cNvPr>
          <p:cNvSpPr/>
          <p:nvPr/>
        </p:nvSpPr>
        <p:spPr>
          <a:xfrm>
            <a:off x="5751826" y="2948828"/>
            <a:ext cx="1024893"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 partir de las 15:00h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la VC del Fijo pasa a ser definitiva (para el </a:t>
            </a:r>
            <a:r>
              <a:rPr kumimoji="0" lang="es-ES_tradnl" sz="900" b="0" i="1" u="none" strike="noStrike" kern="1200" cap="none" spc="0" normalizeH="0" baseline="0" noProof="0">
                <a:ln>
                  <a:noFill/>
                </a:ln>
                <a:solidFill>
                  <a:srgbClr val="000000"/>
                </a:solidFill>
                <a:effectLst/>
                <a:uLnTx/>
                <a:uFillTx/>
                <a:latin typeface="Arial" panose="020B0604020202020204"/>
                <a:ea typeface="+mn-ea"/>
                <a:cs typeface="+mn-cs"/>
              </a:rPr>
              <a:t>día 4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del proceso). La orden alcanza el punto de no retorno </a:t>
            </a:r>
          </a:p>
          <a:p>
            <a:pPr marL="0" marR="0" lvl="0" indent="11113" algn="l" defTabSz="914400" rtl="0" eaLnBrk="1" fontAlgn="auto" latinLnBrk="0" hangingPunct="1">
              <a:lnSpc>
                <a:spcPct val="100000"/>
              </a:lnSpc>
              <a:spcBef>
                <a:spcPts val="0"/>
              </a:spcBef>
              <a:spcAft>
                <a:spcPts val="0"/>
              </a:spcAft>
              <a:buClrTx/>
              <a:buSzTx/>
              <a:buFontTx/>
              <a:buNone/>
              <a:tabLst/>
              <a:defRPr/>
            </a:pPr>
            <a:endPar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 partir de las 19:00h</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 se asigna la VC provisional del Móvil (para el </a:t>
            </a:r>
            <a:r>
              <a:rPr kumimoji="0" lang="es-ES_tradnl" sz="900" b="0" i="1" u="none" strike="noStrike" kern="1200" cap="none" spc="0" normalizeH="0" baseline="0" noProof="0">
                <a:ln>
                  <a:noFill/>
                </a:ln>
                <a:solidFill>
                  <a:srgbClr val="000000"/>
                </a:solidFill>
                <a:effectLst/>
                <a:uLnTx/>
                <a:uFillTx/>
                <a:latin typeface="Arial" panose="020B0604020202020204"/>
                <a:ea typeface="+mn-ea"/>
                <a:cs typeface="+mn-cs"/>
              </a:rPr>
              <a:t>día 5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del proceso -  </a:t>
            </a:r>
            <a:r>
              <a:rPr kumimoji="0" lang="es-ES_tradnl" sz="900" b="0" i="1" u="none" strike="noStrike" kern="1200" cap="none" spc="0" normalizeH="0" baseline="0" noProof="0">
                <a:ln>
                  <a:noFill/>
                </a:ln>
                <a:solidFill>
                  <a:srgbClr val="000000"/>
                </a:solidFill>
                <a:effectLst/>
                <a:uLnTx/>
                <a:uFillTx/>
                <a:latin typeface="Arial" panose="020B0604020202020204"/>
                <a:ea typeface="+mn-ea"/>
                <a:cs typeface="+mn-cs"/>
              </a:rPr>
              <a:t>fecha modificable por cliente</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32" name="Rectangle 31">
            <a:extLst>
              <a:ext uri="{FF2B5EF4-FFF2-40B4-BE49-F238E27FC236}">
                <a16:creationId xmlns:a16="http://schemas.microsoft.com/office/drawing/2014/main" id="{F2742C4B-5CBE-A87D-21B1-0DAD9F02CDAF}"/>
              </a:ext>
            </a:extLst>
          </p:cNvPr>
          <p:cNvSpPr/>
          <p:nvPr/>
        </p:nvSpPr>
        <p:spPr>
          <a:xfrm>
            <a:off x="6901083" y="3157851"/>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VC del Fijo</a:t>
            </a:r>
          </a:p>
        </p:txBody>
      </p:sp>
      <p:sp>
        <p:nvSpPr>
          <p:cNvPr id="33" name="Rectangle 32">
            <a:extLst>
              <a:ext uri="{FF2B5EF4-FFF2-40B4-BE49-F238E27FC236}">
                <a16:creationId xmlns:a16="http://schemas.microsoft.com/office/drawing/2014/main" id="{B6CA7C39-EDFC-9E90-A023-B2135FB03FDE}"/>
              </a:ext>
            </a:extLst>
          </p:cNvPr>
          <p:cNvSpPr/>
          <p:nvPr/>
        </p:nvSpPr>
        <p:spPr>
          <a:xfrm>
            <a:off x="8048762" y="2967351"/>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VC del Móvil</a:t>
            </a:r>
            <a:r>
              <a:rPr kumimoji="0" lang="es-ES_tradnl" sz="900" b="1" i="0" u="none" strike="noStrike" kern="1200" cap="none" spc="0" normalizeH="0" baseline="30000" noProof="0">
                <a:ln>
                  <a:noFill/>
                </a:ln>
                <a:solidFill>
                  <a:srgbClr val="000000"/>
                </a:solidFill>
                <a:effectLst/>
                <a:uLnTx/>
                <a:uFillTx/>
                <a:latin typeface="Arial" panose="020B0604020202020204"/>
                <a:ea typeface="+mn-ea"/>
                <a:cs typeface="+mn-cs"/>
              </a:rPr>
              <a:t>3</a:t>
            </a:r>
          </a:p>
        </p:txBody>
      </p:sp>
      <p:sp>
        <p:nvSpPr>
          <p:cNvPr id="34" name="Rectangle 33">
            <a:extLst>
              <a:ext uri="{FF2B5EF4-FFF2-40B4-BE49-F238E27FC236}">
                <a16:creationId xmlns:a16="http://schemas.microsoft.com/office/drawing/2014/main" id="{99FB8F44-DC31-6BE0-02A6-B8EBEF1BE823}"/>
              </a:ext>
            </a:extLst>
          </p:cNvPr>
          <p:cNvSpPr/>
          <p:nvPr/>
        </p:nvSpPr>
        <p:spPr>
          <a:xfrm>
            <a:off x="3453516" y="2778464"/>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 sz="700" b="0" i="1" u="none" strike="noStrike" kern="1200" cap="none" spc="0" normalizeH="0" baseline="0" noProof="0">
                <a:ln>
                  <a:noFill/>
                </a:ln>
                <a:solidFill>
                  <a:srgbClr val="000000"/>
                </a:solidFill>
                <a:effectLst/>
                <a:uLnTx/>
                <a:uFillTx/>
                <a:latin typeface="Arial" panose="020B0604020202020204"/>
                <a:ea typeface="+mn-ea"/>
                <a:cs typeface="+mn-cs"/>
              </a:rPr>
              <a:t>Una vez el integrador envía el formulario BOC, se establece el día 1 con la confirmación del BOC de la orden: ‘en provisión’.</a:t>
            </a: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 sz="700" b="0" i="1" u="none" strike="noStrike" kern="1200" cap="none" spc="0" normalizeH="0" baseline="0" noProof="0">
                <a:ln>
                  <a:noFill/>
                </a:ln>
                <a:solidFill>
                  <a:srgbClr val="000000"/>
                </a:solidFill>
                <a:effectLst/>
                <a:uLnTx/>
                <a:uFillTx/>
                <a:latin typeface="Arial" panose="020B0604020202020204"/>
                <a:ea typeface="+mn-ea"/>
                <a:cs typeface="+mn-cs"/>
              </a:rPr>
              <a:t>Suele ser el mismo día del envío de formulario.</a:t>
            </a:r>
            <a:endParaRPr kumimoji="0" lang="es-ES_tradnl" sz="700" b="1" i="1"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40" name="Straight Connector 39">
            <a:extLst>
              <a:ext uri="{FF2B5EF4-FFF2-40B4-BE49-F238E27FC236}">
                <a16:creationId xmlns:a16="http://schemas.microsoft.com/office/drawing/2014/main" id="{6F9E9B50-09AB-E1CC-F19C-9004DF03C209}"/>
              </a:ext>
            </a:extLst>
          </p:cNvPr>
          <p:cNvCxnSpPr>
            <a:cxnSpLocks/>
          </p:cNvCxnSpPr>
          <p:nvPr/>
        </p:nvCxnSpPr>
        <p:spPr>
          <a:xfrm>
            <a:off x="6893573" y="2781973"/>
            <a:ext cx="0" cy="184717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43" name="Freeform 12">
            <a:extLst>
              <a:ext uri="{FF2B5EF4-FFF2-40B4-BE49-F238E27FC236}">
                <a16:creationId xmlns:a16="http://schemas.microsoft.com/office/drawing/2014/main" id="{F4D9DB8A-A36C-57EC-F250-944650F5E6C1}"/>
              </a:ext>
            </a:extLst>
          </p:cNvPr>
          <p:cNvSpPr>
            <a:spLocks noEditPoints="1"/>
          </p:cNvSpPr>
          <p:nvPr/>
        </p:nvSpPr>
        <p:spPr bwMode="gray">
          <a:xfrm rot="18944140" flipV="1">
            <a:off x="7198949" y="5553687"/>
            <a:ext cx="780755" cy="199601"/>
          </a:xfrm>
          <a:custGeom>
            <a:avLst/>
            <a:gdLst>
              <a:gd name="T0" fmla="*/ 404 w 553"/>
              <a:gd name="T1" fmla="*/ 86 h 111"/>
              <a:gd name="T2" fmla="*/ 514 w 553"/>
              <a:gd name="T3" fmla="*/ 59 h 111"/>
              <a:gd name="T4" fmla="*/ 453 w 553"/>
              <a:gd name="T5" fmla="*/ 60 h 111"/>
              <a:gd name="T6" fmla="*/ 449 w 553"/>
              <a:gd name="T7" fmla="*/ 46 h 111"/>
              <a:gd name="T8" fmla="*/ 410 w 553"/>
              <a:gd name="T9" fmla="*/ 70 h 111"/>
              <a:gd name="T10" fmla="*/ 391 w 553"/>
              <a:gd name="T11" fmla="*/ 41 h 111"/>
              <a:gd name="T12" fmla="*/ 127 w 553"/>
              <a:gd name="T13" fmla="*/ 64 h 111"/>
              <a:gd name="T14" fmla="*/ 43 w 553"/>
              <a:gd name="T15" fmla="*/ 90 h 111"/>
              <a:gd name="T16" fmla="*/ 2 w 553"/>
              <a:gd name="T17" fmla="*/ 111 h 111"/>
              <a:gd name="T18" fmla="*/ 348 w 553"/>
              <a:gd name="T19" fmla="*/ 21 h 111"/>
              <a:gd name="T20" fmla="*/ 389 w 553"/>
              <a:gd name="T21" fmla="*/ 21 h 111"/>
              <a:gd name="T22" fmla="*/ 477 w 553"/>
              <a:gd name="T23" fmla="*/ 3 h 111"/>
              <a:gd name="T24" fmla="*/ 543 w 553"/>
              <a:gd name="T25" fmla="*/ 58 h 111"/>
              <a:gd name="T26" fmla="*/ 550 w 553"/>
              <a:gd name="T27" fmla="*/ 66 h 111"/>
              <a:gd name="T28" fmla="*/ 544 w 553"/>
              <a:gd name="T29" fmla="*/ 65 h 111"/>
              <a:gd name="T30" fmla="*/ 530 w 553"/>
              <a:gd name="T31" fmla="*/ 62 h 111"/>
              <a:gd name="T32" fmla="*/ 525 w 553"/>
              <a:gd name="T33" fmla="*/ 62 h 111"/>
              <a:gd name="T34" fmla="*/ 534 w 553"/>
              <a:gd name="T35" fmla="*/ 57 h 111"/>
              <a:gd name="T36" fmla="*/ 500 w 553"/>
              <a:gd name="T37" fmla="*/ 43 h 111"/>
              <a:gd name="T38" fmla="*/ 516 w 553"/>
              <a:gd name="T39" fmla="*/ 49 h 111"/>
              <a:gd name="T40" fmla="*/ 516 w 553"/>
              <a:gd name="T41" fmla="*/ 52 h 111"/>
              <a:gd name="T42" fmla="*/ 529 w 553"/>
              <a:gd name="T43" fmla="*/ 50 h 111"/>
              <a:gd name="T44" fmla="*/ 469 w 553"/>
              <a:gd name="T45" fmla="*/ 22 h 111"/>
              <a:gd name="T46" fmla="*/ 471 w 553"/>
              <a:gd name="T47" fmla="*/ 30 h 111"/>
              <a:gd name="T48" fmla="*/ 492 w 553"/>
              <a:gd name="T49" fmla="*/ 34 h 111"/>
              <a:gd name="T50" fmla="*/ 497 w 553"/>
              <a:gd name="T51" fmla="*/ 36 h 111"/>
              <a:gd name="T52" fmla="*/ 501 w 553"/>
              <a:gd name="T53" fmla="*/ 36 h 111"/>
              <a:gd name="T54" fmla="*/ 502 w 553"/>
              <a:gd name="T55" fmla="*/ 38 h 111"/>
              <a:gd name="T56" fmla="*/ 495 w 553"/>
              <a:gd name="T57" fmla="*/ 42 h 111"/>
              <a:gd name="T58" fmla="*/ 494 w 553"/>
              <a:gd name="T59" fmla="*/ 49 h 111"/>
              <a:gd name="T60" fmla="*/ 494 w 553"/>
              <a:gd name="T61" fmla="*/ 49 h 111"/>
              <a:gd name="T62" fmla="*/ 492 w 553"/>
              <a:gd name="T63" fmla="*/ 47 h 111"/>
              <a:gd name="T64" fmla="*/ 483 w 553"/>
              <a:gd name="T65" fmla="*/ 47 h 111"/>
              <a:gd name="T66" fmla="*/ 492 w 553"/>
              <a:gd name="T67" fmla="*/ 39 h 111"/>
              <a:gd name="T68" fmla="*/ 480 w 553"/>
              <a:gd name="T69" fmla="*/ 37 h 111"/>
              <a:gd name="T70" fmla="*/ 481 w 553"/>
              <a:gd name="T71" fmla="*/ 44 h 111"/>
              <a:gd name="T72" fmla="*/ 463 w 553"/>
              <a:gd name="T73" fmla="*/ 44 h 111"/>
              <a:gd name="T74" fmla="*/ 468 w 553"/>
              <a:gd name="T75" fmla="*/ 49 h 111"/>
              <a:gd name="T76" fmla="*/ 458 w 553"/>
              <a:gd name="T77" fmla="*/ 53 h 111"/>
              <a:gd name="T78" fmla="*/ 463 w 553"/>
              <a:gd name="T79" fmla="*/ 32 h 111"/>
              <a:gd name="T80" fmla="*/ 465 w 553"/>
              <a:gd name="T81" fmla="*/ 33 h 111"/>
              <a:gd name="T82" fmla="*/ 457 w 553"/>
              <a:gd name="T83" fmla="*/ 37 h 111"/>
              <a:gd name="T84" fmla="*/ 459 w 553"/>
              <a:gd name="T85" fmla="*/ 43 h 111"/>
              <a:gd name="T86" fmla="*/ 423 w 553"/>
              <a:gd name="T87" fmla="*/ 27 h 111"/>
              <a:gd name="T88" fmla="*/ 456 w 553"/>
              <a:gd name="T89" fmla="*/ 32 h 111"/>
              <a:gd name="T90" fmla="*/ 180 w 553"/>
              <a:gd name="T91" fmla="*/ 52 h 111"/>
              <a:gd name="T92" fmla="*/ 391 w 553"/>
              <a:gd name="T93" fmla="*/ 37 h 111"/>
              <a:gd name="T94" fmla="*/ 434 w 553"/>
              <a:gd name="T95" fmla="*/ 33 h 111"/>
              <a:gd name="T96" fmla="*/ 360 w 553"/>
              <a:gd name="T97" fmla="*/ 27 h 111"/>
              <a:gd name="T98" fmla="*/ 232 w 553"/>
              <a:gd name="T99" fmla="*/ 40 h 111"/>
              <a:gd name="T100" fmla="*/ 115 w 553"/>
              <a:gd name="T101" fmla="*/ 6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53" h="111">
                <a:moveTo>
                  <a:pt x="548" y="70"/>
                </a:moveTo>
                <a:cubicBezTo>
                  <a:pt x="545" y="69"/>
                  <a:pt x="542" y="69"/>
                  <a:pt x="539" y="69"/>
                </a:cubicBezTo>
                <a:cubicBezTo>
                  <a:pt x="539" y="69"/>
                  <a:pt x="539" y="69"/>
                  <a:pt x="539" y="69"/>
                </a:cubicBezTo>
                <a:cubicBezTo>
                  <a:pt x="494" y="69"/>
                  <a:pt x="449" y="78"/>
                  <a:pt x="404" y="86"/>
                </a:cubicBezTo>
                <a:cubicBezTo>
                  <a:pt x="404" y="86"/>
                  <a:pt x="404" y="86"/>
                  <a:pt x="404" y="86"/>
                </a:cubicBezTo>
                <a:cubicBezTo>
                  <a:pt x="404" y="82"/>
                  <a:pt x="404" y="82"/>
                  <a:pt x="404" y="82"/>
                </a:cubicBezTo>
                <a:cubicBezTo>
                  <a:pt x="439" y="72"/>
                  <a:pt x="476" y="62"/>
                  <a:pt x="514" y="59"/>
                </a:cubicBezTo>
                <a:cubicBezTo>
                  <a:pt x="514" y="59"/>
                  <a:pt x="514" y="59"/>
                  <a:pt x="514" y="59"/>
                </a:cubicBezTo>
                <a:cubicBezTo>
                  <a:pt x="501" y="55"/>
                  <a:pt x="488" y="52"/>
                  <a:pt x="476" y="50"/>
                </a:cubicBezTo>
                <a:cubicBezTo>
                  <a:pt x="476" y="50"/>
                  <a:pt x="476" y="50"/>
                  <a:pt x="476" y="50"/>
                </a:cubicBezTo>
                <a:cubicBezTo>
                  <a:pt x="467" y="54"/>
                  <a:pt x="458" y="57"/>
                  <a:pt x="453" y="60"/>
                </a:cubicBezTo>
                <a:cubicBezTo>
                  <a:pt x="453" y="60"/>
                  <a:pt x="453" y="60"/>
                  <a:pt x="453" y="60"/>
                </a:cubicBezTo>
                <a:cubicBezTo>
                  <a:pt x="450" y="57"/>
                  <a:pt x="450" y="57"/>
                  <a:pt x="450" y="57"/>
                </a:cubicBezTo>
                <a:cubicBezTo>
                  <a:pt x="452" y="54"/>
                  <a:pt x="455" y="50"/>
                  <a:pt x="457" y="47"/>
                </a:cubicBezTo>
                <a:cubicBezTo>
                  <a:pt x="457" y="47"/>
                  <a:pt x="457" y="47"/>
                  <a:pt x="457" y="47"/>
                </a:cubicBezTo>
                <a:cubicBezTo>
                  <a:pt x="454" y="46"/>
                  <a:pt x="452" y="46"/>
                  <a:pt x="449" y="46"/>
                </a:cubicBezTo>
                <a:cubicBezTo>
                  <a:pt x="449" y="46"/>
                  <a:pt x="449" y="46"/>
                  <a:pt x="449" y="46"/>
                </a:cubicBezTo>
                <a:cubicBezTo>
                  <a:pt x="438" y="57"/>
                  <a:pt x="425" y="66"/>
                  <a:pt x="412" y="73"/>
                </a:cubicBezTo>
                <a:cubicBezTo>
                  <a:pt x="412" y="73"/>
                  <a:pt x="412" y="73"/>
                  <a:pt x="412" y="73"/>
                </a:cubicBezTo>
                <a:cubicBezTo>
                  <a:pt x="410" y="70"/>
                  <a:pt x="410" y="70"/>
                  <a:pt x="410" y="70"/>
                </a:cubicBezTo>
                <a:cubicBezTo>
                  <a:pt x="420" y="62"/>
                  <a:pt x="430" y="53"/>
                  <a:pt x="441" y="45"/>
                </a:cubicBezTo>
                <a:cubicBezTo>
                  <a:pt x="441" y="45"/>
                  <a:pt x="441" y="45"/>
                  <a:pt x="441" y="45"/>
                </a:cubicBezTo>
                <a:cubicBezTo>
                  <a:pt x="424" y="43"/>
                  <a:pt x="407" y="42"/>
                  <a:pt x="391" y="41"/>
                </a:cubicBezTo>
                <a:cubicBezTo>
                  <a:pt x="391" y="41"/>
                  <a:pt x="391" y="41"/>
                  <a:pt x="391" y="41"/>
                </a:cubicBezTo>
                <a:cubicBezTo>
                  <a:pt x="277" y="39"/>
                  <a:pt x="174" y="74"/>
                  <a:pt x="54" y="102"/>
                </a:cubicBezTo>
                <a:cubicBezTo>
                  <a:pt x="54" y="102"/>
                  <a:pt x="54" y="102"/>
                  <a:pt x="54" y="102"/>
                </a:cubicBezTo>
                <a:cubicBezTo>
                  <a:pt x="52" y="99"/>
                  <a:pt x="52" y="99"/>
                  <a:pt x="52" y="99"/>
                </a:cubicBezTo>
                <a:cubicBezTo>
                  <a:pt x="72" y="86"/>
                  <a:pt x="97" y="75"/>
                  <a:pt x="127" y="64"/>
                </a:cubicBezTo>
                <a:cubicBezTo>
                  <a:pt x="127" y="64"/>
                  <a:pt x="127" y="64"/>
                  <a:pt x="127" y="64"/>
                </a:cubicBezTo>
                <a:cubicBezTo>
                  <a:pt x="99" y="72"/>
                  <a:pt x="71" y="82"/>
                  <a:pt x="44" y="94"/>
                </a:cubicBezTo>
                <a:cubicBezTo>
                  <a:pt x="44" y="94"/>
                  <a:pt x="44" y="94"/>
                  <a:pt x="44" y="94"/>
                </a:cubicBezTo>
                <a:cubicBezTo>
                  <a:pt x="43" y="90"/>
                  <a:pt x="43" y="90"/>
                  <a:pt x="43" y="90"/>
                </a:cubicBezTo>
                <a:cubicBezTo>
                  <a:pt x="52" y="85"/>
                  <a:pt x="62" y="80"/>
                  <a:pt x="73" y="75"/>
                </a:cubicBezTo>
                <a:cubicBezTo>
                  <a:pt x="73" y="75"/>
                  <a:pt x="73" y="75"/>
                  <a:pt x="73" y="75"/>
                </a:cubicBezTo>
                <a:cubicBezTo>
                  <a:pt x="47" y="86"/>
                  <a:pt x="23" y="98"/>
                  <a:pt x="2" y="111"/>
                </a:cubicBezTo>
                <a:cubicBezTo>
                  <a:pt x="2" y="111"/>
                  <a:pt x="2" y="111"/>
                  <a:pt x="2" y="111"/>
                </a:cubicBezTo>
                <a:cubicBezTo>
                  <a:pt x="2" y="111"/>
                  <a:pt x="2" y="111"/>
                  <a:pt x="2" y="111"/>
                </a:cubicBezTo>
                <a:cubicBezTo>
                  <a:pt x="0" y="107"/>
                  <a:pt x="0" y="107"/>
                  <a:pt x="0" y="107"/>
                </a:cubicBezTo>
                <a:cubicBezTo>
                  <a:pt x="87" y="53"/>
                  <a:pt x="223" y="18"/>
                  <a:pt x="348" y="21"/>
                </a:cubicBezTo>
                <a:cubicBezTo>
                  <a:pt x="348" y="21"/>
                  <a:pt x="348" y="21"/>
                  <a:pt x="348" y="21"/>
                </a:cubicBezTo>
                <a:cubicBezTo>
                  <a:pt x="353" y="21"/>
                  <a:pt x="359" y="21"/>
                  <a:pt x="365" y="21"/>
                </a:cubicBezTo>
                <a:cubicBezTo>
                  <a:pt x="365" y="21"/>
                  <a:pt x="365" y="21"/>
                  <a:pt x="365" y="21"/>
                </a:cubicBezTo>
                <a:cubicBezTo>
                  <a:pt x="373" y="21"/>
                  <a:pt x="381" y="21"/>
                  <a:pt x="389" y="21"/>
                </a:cubicBezTo>
                <a:cubicBezTo>
                  <a:pt x="389" y="21"/>
                  <a:pt x="389" y="21"/>
                  <a:pt x="389" y="21"/>
                </a:cubicBezTo>
                <a:cubicBezTo>
                  <a:pt x="414" y="21"/>
                  <a:pt x="438" y="23"/>
                  <a:pt x="460" y="27"/>
                </a:cubicBezTo>
                <a:cubicBezTo>
                  <a:pt x="460" y="27"/>
                  <a:pt x="460" y="27"/>
                  <a:pt x="460" y="27"/>
                </a:cubicBezTo>
                <a:cubicBezTo>
                  <a:pt x="466" y="20"/>
                  <a:pt x="472" y="11"/>
                  <a:pt x="477" y="3"/>
                </a:cubicBezTo>
                <a:cubicBezTo>
                  <a:pt x="477" y="3"/>
                  <a:pt x="477" y="3"/>
                  <a:pt x="477" y="3"/>
                </a:cubicBezTo>
                <a:cubicBezTo>
                  <a:pt x="478" y="0"/>
                  <a:pt x="478" y="0"/>
                  <a:pt x="478" y="0"/>
                </a:cubicBezTo>
                <a:cubicBezTo>
                  <a:pt x="480" y="2"/>
                  <a:pt x="480" y="2"/>
                  <a:pt x="480" y="2"/>
                </a:cubicBezTo>
                <a:cubicBezTo>
                  <a:pt x="501" y="18"/>
                  <a:pt x="524" y="38"/>
                  <a:pt x="543" y="58"/>
                </a:cubicBezTo>
                <a:cubicBezTo>
                  <a:pt x="543" y="58"/>
                  <a:pt x="543" y="58"/>
                  <a:pt x="543" y="58"/>
                </a:cubicBezTo>
                <a:cubicBezTo>
                  <a:pt x="547" y="61"/>
                  <a:pt x="547" y="61"/>
                  <a:pt x="547" y="61"/>
                </a:cubicBezTo>
                <a:cubicBezTo>
                  <a:pt x="545" y="61"/>
                  <a:pt x="545" y="61"/>
                  <a:pt x="545" y="61"/>
                </a:cubicBezTo>
                <a:cubicBezTo>
                  <a:pt x="547" y="63"/>
                  <a:pt x="548" y="64"/>
                  <a:pt x="550" y="66"/>
                </a:cubicBezTo>
                <a:cubicBezTo>
                  <a:pt x="550" y="66"/>
                  <a:pt x="550" y="66"/>
                  <a:pt x="550" y="66"/>
                </a:cubicBezTo>
                <a:cubicBezTo>
                  <a:pt x="553" y="70"/>
                  <a:pt x="553" y="70"/>
                  <a:pt x="553" y="70"/>
                </a:cubicBezTo>
                <a:cubicBezTo>
                  <a:pt x="548" y="70"/>
                  <a:pt x="548" y="70"/>
                  <a:pt x="548" y="70"/>
                </a:cubicBezTo>
                <a:close/>
                <a:moveTo>
                  <a:pt x="540" y="65"/>
                </a:moveTo>
                <a:cubicBezTo>
                  <a:pt x="541" y="65"/>
                  <a:pt x="542" y="65"/>
                  <a:pt x="544" y="65"/>
                </a:cubicBezTo>
                <a:cubicBezTo>
                  <a:pt x="544" y="65"/>
                  <a:pt x="544" y="65"/>
                  <a:pt x="544" y="65"/>
                </a:cubicBezTo>
                <a:cubicBezTo>
                  <a:pt x="542" y="64"/>
                  <a:pt x="541" y="63"/>
                  <a:pt x="540" y="61"/>
                </a:cubicBezTo>
                <a:cubicBezTo>
                  <a:pt x="540" y="61"/>
                  <a:pt x="540" y="61"/>
                  <a:pt x="540" y="61"/>
                </a:cubicBezTo>
                <a:cubicBezTo>
                  <a:pt x="537" y="61"/>
                  <a:pt x="533" y="61"/>
                  <a:pt x="530" y="62"/>
                </a:cubicBezTo>
                <a:cubicBezTo>
                  <a:pt x="530" y="62"/>
                  <a:pt x="530" y="62"/>
                  <a:pt x="530" y="62"/>
                </a:cubicBezTo>
                <a:cubicBezTo>
                  <a:pt x="529" y="63"/>
                  <a:pt x="529" y="63"/>
                  <a:pt x="529" y="63"/>
                </a:cubicBezTo>
                <a:cubicBezTo>
                  <a:pt x="528" y="63"/>
                  <a:pt x="526" y="62"/>
                  <a:pt x="525" y="62"/>
                </a:cubicBezTo>
                <a:cubicBezTo>
                  <a:pt x="525" y="62"/>
                  <a:pt x="525" y="62"/>
                  <a:pt x="525" y="62"/>
                </a:cubicBezTo>
                <a:cubicBezTo>
                  <a:pt x="500" y="63"/>
                  <a:pt x="476" y="68"/>
                  <a:pt x="452" y="73"/>
                </a:cubicBezTo>
                <a:cubicBezTo>
                  <a:pt x="452" y="73"/>
                  <a:pt x="452" y="73"/>
                  <a:pt x="452" y="73"/>
                </a:cubicBezTo>
                <a:cubicBezTo>
                  <a:pt x="481" y="69"/>
                  <a:pt x="510" y="65"/>
                  <a:pt x="540" y="65"/>
                </a:cubicBezTo>
                <a:close/>
                <a:moveTo>
                  <a:pt x="534" y="57"/>
                </a:moveTo>
                <a:cubicBezTo>
                  <a:pt x="524" y="51"/>
                  <a:pt x="513" y="46"/>
                  <a:pt x="500" y="42"/>
                </a:cubicBezTo>
                <a:cubicBezTo>
                  <a:pt x="500" y="42"/>
                  <a:pt x="500" y="42"/>
                  <a:pt x="500" y="42"/>
                </a:cubicBezTo>
                <a:cubicBezTo>
                  <a:pt x="500" y="42"/>
                  <a:pt x="500" y="43"/>
                  <a:pt x="500" y="43"/>
                </a:cubicBezTo>
                <a:cubicBezTo>
                  <a:pt x="500" y="43"/>
                  <a:pt x="500" y="43"/>
                  <a:pt x="500" y="43"/>
                </a:cubicBezTo>
                <a:cubicBezTo>
                  <a:pt x="505" y="45"/>
                  <a:pt x="510" y="47"/>
                  <a:pt x="515" y="49"/>
                </a:cubicBezTo>
                <a:cubicBezTo>
                  <a:pt x="515" y="49"/>
                  <a:pt x="515" y="49"/>
                  <a:pt x="515" y="49"/>
                </a:cubicBezTo>
                <a:cubicBezTo>
                  <a:pt x="515" y="49"/>
                  <a:pt x="515" y="49"/>
                  <a:pt x="515" y="49"/>
                </a:cubicBezTo>
                <a:cubicBezTo>
                  <a:pt x="516" y="49"/>
                  <a:pt x="516" y="49"/>
                  <a:pt x="516" y="49"/>
                </a:cubicBezTo>
                <a:cubicBezTo>
                  <a:pt x="516" y="49"/>
                  <a:pt x="516" y="50"/>
                  <a:pt x="516" y="51"/>
                </a:cubicBezTo>
                <a:cubicBezTo>
                  <a:pt x="516" y="51"/>
                  <a:pt x="516" y="51"/>
                  <a:pt x="516" y="51"/>
                </a:cubicBezTo>
                <a:cubicBezTo>
                  <a:pt x="516" y="52"/>
                  <a:pt x="516" y="52"/>
                  <a:pt x="516" y="52"/>
                </a:cubicBezTo>
                <a:cubicBezTo>
                  <a:pt x="516" y="52"/>
                  <a:pt x="516" y="52"/>
                  <a:pt x="516" y="52"/>
                </a:cubicBezTo>
                <a:cubicBezTo>
                  <a:pt x="520" y="54"/>
                  <a:pt x="524" y="56"/>
                  <a:pt x="527" y="58"/>
                </a:cubicBezTo>
                <a:cubicBezTo>
                  <a:pt x="527" y="58"/>
                  <a:pt x="527" y="58"/>
                  <a:pt x="527" y="58"/>
                </a:cubicBezTo>
                <a:cubicBezTo>
                  <a:pt x="529" y="57"/>
                  <a:pt x="532" y="57"/>
                  <a:pt x="534" y="57"/>
                </a:cubicBezTo>
                <a:close/>
                <a:moveTo>
                  <a:pt x="529" y="50"/>
                </a:moveTo>
                <a:cubicBezTo>
                  <a:pt x="514" y="34"/>
                  <a:pt x="496" y="19"/>
                  <a:pt x="479" y="7"/>
                </a:cubicBezTo>
                <a:cubicBezTo>
                  <a:pt x="479" y="7"/>
                  <a:pt x="479" y="7"/>
                  <a:pt x="479" y="7"/>
                </a:cubicBezTo>
                <a:cubicBezTo>
                  <a:pt x="476" y="12"/>
                  <a:pt x="473" y="17"/>
                  <a:pt x="469" y="22"/>
                </a:cubicBezTo>
                <a:cubicBezTo>
                  <a:pt x="469" y="22"/>
                  <a:pt x="469" y="22"/>
                  <a:pt x="469" y="22"/>
                </a:cubicBezTo>
                <a:cubicBezTo>
                  <a:pt x="471" y="21"/>
                  <a:pt x="472" y="19"/>
                  <a:pt x="474" y="18"/>
                </a:cubicBezTo>
                <a:cubicBezTo>
                  <a:pt x="474" y="18"/>
                  <a:pt x="474" y="18"/>
                  <a:pt x="474" y="18"/>
                </a:cubicBezTo>
                <a:cubicBezTo>
                  <a:pt x="477" y="21"/>
                  <a:pt x="477" y="21"/>
                  <a:pt x="477" y="21"/>
                </a:cubicBezTo>
                <a:cubicBezTo>
                  <a:pt x="475" y="23"/>
                  <a:pt x="473" y="26"/>
                  <a:pt x="471" y="30"/>
                </a:cubicBezTo>
                <a:cubicBezTo>
                  <a:pt x="471" y="30"/>
                  <a:pt x="471" y="30"/>
                  <a:pt x="471" y="30"/>
                </a:cubicBezTo>
                <a:cubicBezTo>
                  <a:pt x="477" y="31"/>
                  <a:pt x="482" y="32"/>
                  <a:pt x="487" y="33"/>
                </a:cubicBezTo>
                <a:cubicBezTo>
                  <a:pt x="487" y="33"/>
                  <a:pt x="487" y="33"/>
                  <a:pt x="487" y="33"/>
                </a:cubicBezTo>
                <a:cubicBezTo>
                  <a:pt x="489" y="33"/>
                  <a:pt x="491" y="34"/>
                  <a:pt x="492" y="34"/>
                </a:cubicBezTo>
                <a:cubicBezTo>
                  <a:pt x="492" y="34"/>
                  <a:pt x="492" y="34"/>
                  <a:pt x="492" y="34"/>
                </a:cubicBezTo>
                <a:cubicBezTo>
                  <a:pt x="492" y="35"/>
                  <a:pt x="492" y="35"/>
                  <a:pt x="492" y="35"/>
                </a:cubicBezTo>
                <a:cubicBezTo>
                  <a:pt x="494" y="35"/>
                  <a:pt x="495" y="36"/>
                  <a:pt x="497" y="36"/>
                </a:cubicBezTo>
                <a:cubicBezTo>
                  <a:pt x="497" y="36"/>
                  <a:pt x="497" y="36"/>
                  <a:pt x="497" y="36"/>
                </a:cubicBezTo>
                <a:cubicBezTo>
                  <a:pt x="497" y="36"/>
                  <a:pt x="498" y="36"/>
                  <a:pt x="498" y="35"/>
                </a:cubicBezTo>
                <a:cubicBezTo>
                  <a:pt x="498" y="35"/>
                  <a:pt x="498" y="35"/>
                  <a:pt x="498" y="35"/>
                </a:cubicBezTo>
                <a:cubicBezTo>
                  <a:pt x="500" y="34"/>
                  <a:pt x="500" y="34"/>
                  <a:pt x="500" y="34"/>
                </a:cubicBezTo>
                <a:cubicBezTo>
                  <a:pt x="501" y="36"/>
                  <a:pt x="501" y="36"/>
                  <a:pt x="501" y="36"/>
                </a:cubicBezTo>
                <a:cubicBezTo>
                  <a:pt x="502" y="36"/>
                  <a:pt x="502" y="37"/>
                  <a:pt x="502" y="38"/>
                </a:cubicBezTo>
                <a:cubicBezTo>
                  <a:pt x="502" y="38"/>
                  <a:pt x="502" y="38"/>
                  <a:pt x="502" y="38"/>
                </a:cubicBezTo>
                <a:cubicBezTo>
                  <a:pt x="502" y="38"/>
                  <a:pt x="502" y="38"/>
                  <a:pt x="502" y="38"/>
                </a:cubicBezTo>
                <a:cubicBezTo>
                  <a:pt x="502" y="38"/>
                  <a:pt x="502" y="38"/>
                  <a:pt x="502" y="38"/>
                </a:cubicBezTo>
                <a:cubicBezTo>
                  <a:pt x="511" y="41"/>
                  <a:pt x="521" y="45"/>
                  <a:pt x="529" y="50"/>
                </a:cubicBezTo>
                <a:close/>
                <a:moveTo>
                  <a:pt x="496" y="41"/>
                </a:moveTo>
                <a:cubicBezTo>
                  <a:pt x="496" y="41"/>
                  <a:pt x="496" y="42"/>
                  <a:pt x="495" y="42"/>
                </a:cubicBezTo>
                <a:cubicBezTo>
                  <a:pt x="495" y="42"/>
                  <a:pt x="495" y="42"/>
                  <a:pt x="495" y="42"/>
                </a:cubicBezTo>
                <a:cubicBezTo>
                  <a:pt x="495" y="42"/>
                  <a:pt x="496" y="42"/>
                  <a:pt x="496" y="42"/>
                </a:cubicBezTo>
                <a:cubicBezTo>
                  <a:pt x="496" y="42"/>
                  <a:pt x="496" y="42"/>
                  <a:pt x="496" y="42"/>
                </a:cubicBezTo>
                <a:cubicBezTo>
                  <a:pt x="496" y="42"/>
                  <a:pt x="496" y="42"/>
                  <a:pt x="496" y="41"/>
                </a:cubicBezTo>
                <a:close/>
                <a:moveTo>
                  <a:pt x="494" y="49"/>
                </a:moveTo>
                <a:cubicBezTo>
                  <a:pt x="494" y="50"/>
                  <a:pt x="494" y="50"/>
                  <a:pt x="494" y="50"/>
                </a:cubicBezTo>
                <a:cubicBezTo>
                  <a:pt x="494" y="50"/>
                  <a:pt x="494" y="50"/>
                  <a:pt x="494" y="50"/>
                </a:cubicBezTo>
                <a:cubicBezTo>
                  <a:pt x="494" y="50"/>
                  <a:pt x="494" y="50"/>
                  <a:pt x="494" y="50"/>
                </a:cubicBezTo>
                <a:cubicBezTo>
                  <a:pt x="494" y="49"/>
                  <a:pt x="494" y="49"/>
                  <a:pt x="494" y="49"/>
                </a:cubicBezTo>
                <a:close/>
                <a:moveTo>
                  <a:pt x="493" y="48"/>
                </a:moveTo>
                <a:cubicBezTo>
                  <a:pt x="493" y="49"/>
                  <a:pt x="493" y="49"/>
                  <a:pt x="493" y="49"/>
                </a:cubicBezTo>
                <a:cubicBezTo>
                  <a:pt x="493" y="48"/>
                  <a:pt x="493" y="48"/>
                  <a:pt x="493" y="48"/>
                </a:cubicBezTo>
                <a:close/>
                <a:moveTo>
                  <a:pt x="492" y="47"/>
                </a:moveTo>
                <a:cubicBezTo>
                  <a:pt x="490" y="47"/>
                  <a:pt x="489" y="46"/>
                  <a:pt x="487" y="46"/>
                </a:cubicBezTo>
                <a:cubicBezTo>
                  <a:pt x="487" y="46"/>
                  <a:pt x="487" y="46"/>
                  <a:pt x="487" y="46"/>
                </a:cubicBezTo>
                <a:cubicBezTo>
                  <a:pt x="486" y="46"/>
                  <a:pt x="484" y="47"/>
                  <a:pt x="483" y="47"/>
                </a:cubicBezTo>
                <a:cubicBezTo>
                  <a:pt x="483" y="47"/>
                  <a:pt x="483" y="47"/>
                  <a:pt x="483" y="47"/>
                </a:cubicBezTo>
                <a:cubicBezTo>
                  <a:pt x="486" y="48"/>
                  <a:pt x="488" y="48"/>
                  <a:pt x="491" y="49"/>
                </a:cubicBezTo>
                <a:cubicBezTo>
                  <a:pt x="491" y="49"/>
                  <a:pt x="491" y="49"/>
                  <a:pt x="491" y="49"/>
                </a:cubicBezTo>
                <a:cubicBezTo>
                  <a:pt x="491" y="48"/>
                  <a:pt x="492" y="48"/>
                  <a:pt x="492" y="47"/>
                </a:cubicBezTo>
                <a:close/>
                <a:moveTo>
                  <a:pt x="492" y="39"/>
                </a:moveTo>
                <a:cubicBezTo>
                  <a:pt x="490" y="39"/>
                  <a:pt x="488" y="38"/>
                  <a:pt x="487" y="38"/>
                </a:cubicBezTo>
                <a:cubicBezTo>
                  <a:pt x="487" y="38"/>
                  <a:pt x="487" y="38"/>
                  <a:pt x="487" y="38"/>
                </a:cubicBezTo>
                <a:cubicBezTo>
                  <a:pt x="484" y="37"/>
                  <a:pt x="482" y="37"/>
                  <a:pt x="480" y="37"/>
                </a:cubicBezTo>
                <a:cubicBezTo>
                  <a:pt x="480" y="37"/>
                  <a:pt x="480" y="37"/>
                  <a:pt x="480" y="37"/>
                </a:cubicBezTo>
                <a:cubicBezTo>
                  <a:pt x="483" y="38"/>
                  <a:pt x="486" y="39"/>
                  <a:pt x="490" y="40"/>
                </a:cubicBezTo>
                <a:cubicBezTo>
                  <a:pt x="490" y="40"/>
                  <a:pt x="490" y="40"/>
                  <a:pt x="490" y="40"/>
                </a:cubicBezTo>
                <a:cubicBezTo>
                  <a:pt x="490" y="40"/>
                  <a:pt x="491" y="39"/>
                  <a:pt x="492" y="39"/>
                </a:cubicBezTo>
                <a:close/>
                <a:moveTo>
                  <a:pt x="481" y="44"/>
                </a:moveTo>
                <a:cubicBezTo>
                  <a:pt x="476" y="42"/>
                  <a:pt x="471" y="41"/>
                  <a:pt x="466" y="40"/>
                </a:cubicBezTo>
                <a:cubicBezTo>
                  <a:pt x="466" y="40"/>
                  <a:pt x="466" y="40"/>
                  <a:pt x="466" y="40"/>
                </a:cubicBezTo>
                <a:cubicBezTo>
                  <a:pt x="465" y="41"/>
                  <a:pt x="464" y="42"/>
                  <a:pt x="463" y="44"/>
                </a:cubicBezTo>
                <a:cubicBezTo>
                  <a:pt x="463" y="44"/>
                  <a:pt x="463" y="44"/>
                  <a:pt x="463" y="44"/>
                </a:cubicBezTo>
                <a:cubicBezTo>
                  <a:pt x="467" y="44"/>
                  <a:pt x="472" y="45"/>
                  <a:pt x="476" y="46"/>
                </a:cubicBezTo>
                <a:cubicBezTo>
                  <a:pt x="476" y="46"/>
                  <a:pt x="476" y="46"/>
                  <a:pt x="476" y="46"/>
                </a:cubicBezTo>
                <a:cubicBezTo>
                  <a:pt x="477" y="45"/>
                  <a:pt x="479" y="45"/>
                  <a:pt x="481" y="44"/>
                </a:cubicBezTo>
                <a:close/>
                <a:moveTo>
                  <a:pt x="468" y="49"/>
                </a:moveTo>
                <a:cubicBezTo>
                  <a:pt x="466" y="48"/>
                  <a:pt x="463" y="48"/>
                  <a:pt x="461" y="48"/>
                </a:cubicBezTo>
                <a:cubicBezTo>
                  <a:pt x="461" y="48"/>
                  <a:pt x="461" y="48"/>
                  <a:pt x="461" y="48"/>
                </a:cubicBezTo>
                <a:cubicBezTo>
                  <a:pt x="460" y="49"/>
                  <a:pt x="459" y="51"/>
                  <a:pt x="458" y="53"/>
                </a:cubicBezTo>
                <a:cubicBezTo>
                  <a:pt x="458" y="53"/>
                  <a:pt x="458" y="53"/>
                  <a:pt x="458" y="53"/>
                </a:cubicBezTo>
                <a:cubicBezTo>
                  <a:pt x="461" y="51"/>
                  <a:pt x="465" y="50"/>
                  <a:pt x="468" y="49"/>
                </a:cubicBezTo>
                <a:close/>
                <a:moveTo>
                  <a:pt x="465" y="32"/>
                </a:moveTo>
                <a:cubicBezTo>
                  <a:pt x="464" y="32"/>
                  <a:pt x="464" y="32"/>
                  <a:pt x="463" y="32"/>
                </a:cubicBezTo>
                <a:cubicBezTo>
                  <a:pt x="463" y="32"/>
                  <a:pt x="463" y="32"/>
                  <a:pt x="463" y="32"/>
                </a:cubicBezTo>
                <a:cubicBezTo>
                  <a:pt x="463" y="32"/>
                  <a:pt x="463" y="33"/>
                  <a:pt x="462" y="33"/>
                </a:cubicBezTo>
                <a:cubicBezTo>
                  <a:pt x="462" y="33"/>
                  <a:pt x="462" y="33"/>
                  <a:pt x="462" y="33"/>
                </a:cubicBezTo>
                <a:cubicBezTo>
                  <a:pt x="463" y="33"/>
                  <a:pt x="464" y="33"/>
                  <a:pt x="465" y="33"/>
                </a:cubicBezTo>
                <a:cubicBezTo>
                  <a:pt x="465" y="33"/>
                  <a:pt x="465" y="33"/>
                  <a:pt x="465" y="33"/>
                </a:cubicBezTo>
                <a:cubicBezTo>
                  <a:pt x="465" y="33"/>
                  <a:pt x="465" y="33"/>
                  <a:pt x="465" y="32"/>
                </a:cubicBezTo>
                <a:close/>
                <a:moveTo>
                  <a:pt x="462" y="39"/>
                </a:moveTo>
                <a:cubicBezTo>
                  <a:pt x="460" y="38"/>
                  <a:pt x="459" y="38"/>
                  <a:pt x="457" y="37"/>
                </a:cubicBezTo>
                <a:cubicBezTo>
                  <a:pt x="457" y="37"/>
                  <a:pt x="457" y="37"/>
                  <a:pt x="457" y="37"/>
                </a:cubicBezTo>
                <a:cubicBezTo>
                  <a:pt x="456" y="39"/>
                  <a:pt x="454" y="41"/>
                  <a:pt x="453" y="42"/>
                </a:cubicBezTo>
                <a:cubicBezTo>
                  <a:pt x="453" y="42"/>
                  <a:pt x="453" y="42"/>
                  <a:pt x="453" y="42"/>
                </a:cubicBezTo>
                <a:cubicBezTo>
                  <a:pt x="455" y="42"/>
                  <a:pt x="457" y="43"/>
                  <a:pt x="459" y="43"/>
                </a:cubicBezTo>
                <a:cubicBezTo>
                  <a:pt x="459" y="43"/>
                  <a:pt x="459" y="43"/>
                  <a:pt x="459" y="43"/>
                </a:cubicBezTo>
                <a:cubicBezTo>
                  <a:pt x="460" y="42"/>
                  <a:pt x="461" y="40"/>
                  <a:pt x="462" y="39"/>
                </a:cubicBezTo>
                <a:close/>
                <a:moveTo>
                  <a:pt x="457" y="31"/>
                </a:moveTo>
                <a:cubicBezTo>
                  <a:pt x="446" y="29"/>
                  <a:pt x="435" y="28"/>
                  <a:pt x="423" y="27"/>
                </a:cubicBezTo>
                <a:cubicBezTo>
                  <a:pt x="423" y="27"/>
                  <a:pt x="423" y="27"/>
                  <a:pt x="423" y="27"/>
                </a:cubicBezTo>
                <a:cubicBezTo>
                  <a:pt x="425" y="27"/>
                  <a:pt x="426" y="27"/>
                  <a:pt x="428" y="27"/>
                </a:cubicBezTo>
                <a:cubicBezTo>
                  <a:pt x="428" y="27"/>
                  <a:pt x="428" y="27"/>
                  <a:pt x="428" y="27"/>
                </a:cubicBezTo>
                <a:cubicBezTo>
                  <a:pt x="437" y="29"/>
                  <a:pt x="447" y="30"/>
                  <a:pt x="456" y="32"/>
                </a:cubicBezTo>
                <a:cubicBezTo>
                  <a:pt x="456" y="32"/>
                  <a:pt x="456" y="32"/>
                  <a:pt x="456" y="32"/>
                </a:cubicBezTo>
                <a:cubicBezTo>
                  <a:pt x="457" y="32"/>
                  <a:pt x="457" y="31"/>
                  <a:pt x="457" y="31"/>
                </a:cubicBezTo>
                <a:close/>
                <a:moveTo>
                  <a:pt x="451" y="37"/>
                </a:moveTo>
                <a:cubicBezTo>
                  <a:pt x="360" y="36"/>
                  <a:pt x="268" y="36"/>
                  <a:pt x="180" y="52"/>
                </a:cubicBezTo>
                <a:cubicBezTo>
                  <a:pt x="180" y="52"/>
                  <a:pt x="180" y="52"/>
                  <a:pt x="180" y="52"/>
                </a:cubicBezTo>
                <a:cubicBezTo>
                  <a:pt x="136" y="64"/>
                  <a:pt x="96" y="79"/>
                  <a:pt x="66" y="95"/>
                </a:cubicBezTo>
                <a:cubicBezTo>
                  <a:pt x="66" y="95"/>
                  <a:pt x="66" y="95"/>
                  <a:pt x="66" y="95"/>
                </a:cubicBezTo>
                <a:cubicBezTo>
                  <a:pt x="180" y="68"/>
                  <a:pt x="281" y="35"/>
                  <a:pt x="391" y="37"/>
                </a:cubicBezTo>
                <a:cubicBezTo>
                  <a:pt x="391" y="37"/>
                  <a:pt x="391" y="37"/>
                  <a:pt x="391" y="37"/>
                </a:cubicBezTo>
                <a:cubicBezTo>
                  <a:pt x="409" y="38"/>
                  <a:pt x="427" y="39"/>
                  <a:pt x="445" y="41"/>
                </a:cubicBezTo>
                <a:cubicBezTo>
                  <a:pt x="445" y="41"/>
                  <a:pt x="445" y="41"/>
                  <a:pt x="445" y="41"/>
                </a:cubicBezTo>
                <a:cubicBezTo>
                  <a:pt x="447" y="40"/>
                  <a:pt x="449" y="38"/>
                  <a:pt x="451" y="37"/>
                </a:cubicBezTo>
                <a:close/>
                <a:moveTo>
                  <a:pt x="434" y="33"/>
                </a:moveTo>
                <a:cubicBezTo>
                  <a:pt x="432" y="32"/>
                  <a:pt x="429" y="32"/>
                  <a:pt x="427" y="31"/>
                </a:cubicBezTo>
                <a:cubicBezTo>
                  <a:pt x="427" y="31"/>
                  <a:pt x="427" y="31"/>
                  <a:pt x="427" y="31"/>
                </a:cubicBezTo>
                <a:cubicBezTo>
                  <a:pt x="406" y="29"/>
                  <a:pt x="383" y="27"/>
                  <a:pt x="360" y="27"/>
                </a:cubicBezTo>
                <a:cubicBezTo>
                  <a:pt x="360" y="27"/>
                  <a:pt x="360" y="27"/>
                  <a:pt x="360" y="27"/>
                </a:cubicBezTo>
                <a:cubicBezTo>
                  <a:pt x="350" y="26"/>
                  <a:pt x="340" y="27"/>
                  <a:pt x="330" y="27"/>
                </a:cubicBezTo>
                <a:cubicBezTo>
                  <a:pt x="330" y="27"/>
                  <a:pt x="330" y="27"/>
                  <a:pt x="330" y="27"/>
                </a:cubicBezTo>
                <a:cubicBezTo>
                  <a:pt x="297" y="29"/>
                  <a:pt x="264" y="34"/>
                  <a:pt x="232" y="40"/>
                </a:cubicBezTo>
                <a:cubicBezTo>
                  <a:pt x="232" y="40"/>
                  <a:pt x="232" y="40"/>
                  <a:pt x="232" y="40"/>
                </a:cubicBezTo>
                <a:cubicBezTo>
                  <a:pt x="298" y="32"/>
                  <a:pt x="366" y="32"/>
                  <a:pt x="434" y="33"/>
                </a:cubicBezTo>
                <a:close/>
                <a:moveTo>
                  <a:pt x="241" y="34"/>
                </a:moveTo>
                <a:cubicBezTo>
                  <a:pt x="196" y="41"/>
                  <a:pt x="153" y="51"/>
                  <a:pt x="115" y="63"/>
                </a:cubicBezTo>
                <a:cubicBezTo>
                  <a:pt x="115" y="63"/>
                  <a:pt x="115" y="63"/>
                  <a:pt x="115" y="63"/>
                </a:cubicBezTo>
                <a:cubicBezTo>
                  <a:pt x="136" y="57"/>
                  <a:pt x="157" y="52"/>
                  <a:pt x="179" y="48"/>
                </a:cubicBezTo>
                <a:cubicBezTo>
                  <a:pt x="179" y="48"/>
                  <a:pt x="179" y="48"/>
                  <a:pt x="179" y="48"/>
                </a:cubicBezTo>
                <a:cubicBezTo>
                  <a:pt x="199" y="43"/>
                  <a:pt x="220" y="38"/>
                  <a:pt x="241" y="34"/>
                </a:cubicBezTo>
                <a:close/>
              </a:path>
            </a:pathLst>
          </a:custGeom>
          <a:solidFill>
            <a:srgbClr val="FFF4EB"/>
          </a:solidFill>
          <a:ln>
            <a:solidFill>
              <a:srgbClr val="FFC000"/>
            </a:solid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Graphik"/>
              <a:ea typeface="+mn-ea"/>
              <a:cs typeface="+mn-cs"/>
            </a:endParaRPr>
          </a:p>
        </p:txBody>
      </p:sp>
      <p:cxnSp>
        <p:nvCxnSpPr>
          <p:cNvPr id="47" name="Straight Connector 46">
            <a:extLst>
              <a:ext uri="{FF2B5EF4-FFF2-40B4-BE49-F238E27FC236}">
                <a16:creationId xmlns:a16="http://schemas.microsoft.com/office/drawing/2014/main" id="{4F1211CD-61CD-0858-D64A-C625B52325E6}"/>
              </a:ext>
            </a:extLst>
          </p:cNvPr>
          <p:cNvCxnSpPr>
            <a:cxnSpLocks/>
          </p:cNvCxnSpPr>
          <p:nvPr/>
        </p:nvCxnSpPr>
        <p:spPr>
          <a:xfrm>
            <a:off x="7174706" y="3420200"/>
            <a:ext cx="868123" cy="0"/>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B2DD9B00-A208-5934-C368-AAA135091864}"/>
              </a:ext>
            </a:extLst>
          </p:cNvPr>
          <p:cNvSpPr/>
          <p:nvPr/>
        </p:nvSpPr>
        <p:spPr>
          <a:xfrm>
            <a:off x="7134029" y="3468106"/>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 partir de las 14:00h, del día anterior a la porta de Móvil,</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 la VC pasa a ser definitiva</a:t>
            </a:r>
          </a:p>
        </p:txBody>
      </p:sp>
      <p:sp>
        <p:nvSpPr>
          <p:cNvPr id="6" name="Rectangle 5">
            <a:extLst>
              <a:ext uri="{FF2B5EF4-FFF2-40B4-BE49-F238E27FC236}">
                <a16:creationId xmlns:a16="http://schemas.microsoft.com/office/drawing/2014/main" id="{759254DB-D1FA-308D-4839-476832533077}"/>
              </a:ext>
            </a:extLst>
          </p:cNvPr>
          <p:cNvSpPr/>
          <p:nvPr/>
        </p:nvSpPr>
        <p:spPr>
          <a:xfrm>
            <a:off x="8485766" y="1345006"/>
            <a:ext cx="178401" cy="149471"/>
          </a:xfrm>
          <a:prstGeom prst="rect">
            <a:avLst/>
          </a:prstGeom>
          <a:solidFill>
            <a:schemeClr val="accent1">
              <a:lumMod val="40000"/>
              <a:lumOff val="6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7432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800" b="0" i="0" u="none" strike="noStrike" kern="1200" cap="none" spc="0" normalizeH="0" baseline="0" noProof="0">
                <a:ln>
                  <a:noFill/>
                </a:ln>
                <a:solidFill>
                  <a:srgbClr val="000000"/>
                </a:solidFill>
                <a:effectLst/>
                <a:uLnTx/>
                <a:uFillTx/>
                <a:latin typeface="Arial" panose="020B0604020202020204"/>
                <a:ea typeface="+mn-ea"/>
                <a:cs typeface="+mn-cs"/>
              </a:rPr>
              <a:t>Centralita</a:t>
            </a:r>
          </a:p>
        </p:txBody>
      </p:sp>
      <p:sp>
        <p:nvSpPr>
          <p:cNvPr id="8" name="Speech Bubble: Rectangle 7">
            <a:extLst>
              <a:ext uri="{FF2B5EF4-FFF2-40B4-BE49-F238E27FC236}">
                <a16:creationId xmlns:a16="http://schemas.microsoft.com/office/drawing/2014/main" id="{4CD03CED-8204-29BF-6DE0-2CB20BC1211F}"/>
              </a:ext>
            </a:extLst>
          </p:cNvPr>
          <p:cNvSpPr/>
          <p:nvPr/>
        </p:nvSpPr>
        <p:spPr>
          <a:xfrm>
            <a:off x="4683298" y="5575841"/>
            <a:ext cx="2304000" cy="484151"/>
          </a:xfrm>
          <a:prstGeom prst="wedgeRectCallout">
            <a:avLst>
              <a:gd name="adj1" fmla="val -34936"/>
              <a:gd name="adj2" fmla="val -86769"/>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Si hay </a:t>
            </a:r>
            <a:r>
              <a:rPr kumimoji="0" lang="es-ES" sz="800" b="1" i="0" u="none" strike="noStrike" kern="1200" cap="none" spc="0" normalizeH="0" baseline="0" noProof="0">
                <a:ln>
                  <a:noFill/>
                </a:ln>
                <a:solidFill>
                  <a:srgbClr val="000000"/>
                </a:solidFill>
                <a:effectLst/>
                <a:uLnTx/>
                <a:uFillTx/>
                <a:latin typeface="Arial" panose="020B0604020202020204"/>
                <a:ea typeface="+mn-ea"/>
                <a:cs typeface="+mn-cs"/>
              </a:rPr>
              <a:t>CENTRALITA se realizan 2 visitas del instalador</a:t>
            </a: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 en la </a:t>
            </a:r>
            <a:r>
              <a:rPr kumimoji="0" lang="es-ES" sz="800" b="1" i="0" u="none" strike="noStrike" kern="1200" cap="none" spc="0" normalizeH="0" baseline="0" noProof="0">
                <a:ln>
                  <a:noFill/>
                </a:ln>
                <a:solidFill>
                  <a:srgbClr val="000000"/>
                </a:solidFill>
                <a:effectLst/>
                <a:uLnTx/>
                <a:uFillTx/>
                <a:latin typeface="Arial" panose="020B0604020202020204"/>
                <a:ea typeface="+mn-ea"/>
                <a:cs typeface="+mn-cs"/>
              </a:rPr>
              <a:t>primera visita </a:t>
            </a: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(día 2) instala acometida y entrega los terminales fijos</a:t>
            </a:r>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Rectangle 28">
            <a:extLst>
              <a:ext uri="{FF2B5EF4-FFF2-40B4-BE49-F238E27FC236}">
                <a16:creationId xmlns:a16="http://schemas.microsoft.com/office/drawing/2014/main" id="{42BED6E2-E950-5C2D-5D8F-B5EDF69947EA}"/>
              </a:ext>
            </a:extLst>
          </p:cNvPr>
          <p:cNvSpPr/>
          <p:nvPr/>
        </p:nvSpPr>
        <p:spPr>
          <a:xfrm>
            <a:off x="380999" y="6231467"/>
            <a:ext cx="8671555" cy="53499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1.</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Se recomienda que las órdenes de portabilidad lleven solo 5 líneas móviles como máximo y cada orden de un operador específico.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2.</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gestor de provisión realiza la configuración inicial (puestos activos, reparto de llamadas, grupos de salto y buzón de voz, sin reglas); o adicionales si se ha completado en la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survey</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de provisión.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3.</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proceso de actual de provisión de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terminales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SoHo</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depende de lo indicado en el formulario BOC: si se establece recogida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PdV</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cliente podrá recoger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terminales desde el día anterior a la VC a partir de las 14:00h, una vez la VC pasa a ser definitiva; si se establece entrega por mensajería: la entrega se realiza el día de la VC del Móvil (día 5), quedando el cliente incomunicado hasta recepción de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con un coste de 12€ por servicios de mensajería.</a:t>
            </a:r>
          </a:p>
        </p:txBody>
      </p:sp>
      <p:sp>
        <p:nvSpPr>
          <p:cNvPr id="13" name="Rectangle 12">
            <a:extLst>
              <a:ext uri="{FF2B5EF4-FFF2-40B4-BE49-F238E27FC236}">
                <a16:creationId xmlns:a16="http://schemas.microsoft.com/office/drawing/2014/main" id="{30100AC0-07E1-5791-569E-810950DED051}"/>
              </a:ext>
            </a:extLst>
          </p:cNvPr>
          <p:cNvSpPr/>
          <p:nvPr/>
        </p:nvSpPr>
        <p:spPr>
          <a:xfrm>
            <a:off x="3453516" y="5232569"/>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Se lanza orden convergente en Siebel (Fijo &amp; Móvil)</a:t>
            </a:r>
            <a:endPar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Speech Bubble: Rectangle 14">
            <a:extLst>
              <a:ext uri="{FF2B5EF4-FFF2-40B4-BE49-F238E27FC236}">
                <a16:creationId xmlns:a16="http://schemas.microsoft.com/office/drawing/2014/main" id="{B3448341-90E7-2583-0E1E-F83E1642B20E}"/>
              </a:ext>
            </a:extLst>
          </p:cNvPr>
          <p:cNvSpPr/>
          <p:nvPr/>
        </p:nvSpPr>
        <p:spPr>
          <a:xfrm>
            <a:off x="6909587" y="4780142"/>
            <a:ext cx="2304000" cy="484151"/>
          </a:xfrm>
          <a:prstGeom prst="wedgeRectCallout">
            <a:avLst>
              <a:gd name="adj1" fmla="val -34936"/>
              <a:gd name="adj2" fmla="val -86769"/>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En la </a:t>
            </a:r>
            <a:r>
              <a:rPr kumimoji="0" lang="es-ES" sz="800" b="1" i="0" u="none" strike="noStrike" kern="1200" cap="none" spc="0" normalizeH="0" baseline="0" noProof="0">
                <a:ln>
                  <a:noFill/>
                </a:ln>
                <a:solidFill>
                  <a:srgbClr val="000000"/>
                </a:solidFill>
                <a:effectLst/>
                <a:uLnTx/>
                <a:uFillTx/>
                <a:latin typeface="Arial" panose="020B0604020202020204"/>
                <a:ea typeface="+mn-ea"/>
                <a:cs typeface="+mn-cs"/>
              </a:rPr>
              <a:t>segunda visita</a:t>
            </a: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 (día 4) el instalador instala los puestos fijos y el gestor de provisión realiza la configuración inicial</a:t>
            </a:r>
            <a:r>
              <a:rPr kumimoji="0" lang="es-ES" sz="800" b="0" i="0" u="none" strike="noStrike" kern="1200" cap="none" spc="0" normalizeH="0" baseline="30000" noProof="0">
                <a:ln>
                  <a:noFill/>
                </a:ln>
                <a:solidFill>
                  <a:srgbClr val="000000"/>
                </a:solidFill>
                <a:effectLst/>
                <a:uLnTx/>
                <a:uFillTx/>
                <a:latin typeface="Arial" panose="020B0604020202020204"/>
                <a:ea typeface="+mn-ea"/>
                <a:cs typeface="+mn-cs"/>
              </a:rPr>
              <a:t>2</a:t>
            </a:r>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06114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81BCB-C9C3-64F3-3969-41A788E5625F}"/>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77223535-7AB9-CD51-B961-214FD521ED3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77223535-7AB9-CD51-B961-214FD521ED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399DF7F0-3046-E36D-9640-8FB2C6BC22BA}"/>
              </a:ext>
            </a:extLst>
          </p:cNvPr>
          <p:cNvSpPr/>
          <p:nvPr/>
        </p:nvSpPr>
        <p:spPr>
          <a:xfrm>
            <a:off x="0" y="1562827"/>
            <a:ext cx="2898179" cy="46771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s-ES" sz="1000" b="1" i="0" u="none" strike="noStrike" kern="1200" cap="none" spc="0" normalizeH="0" baseline="0" noProof="0">
              <a:ln>
                <a:noFill/>
              </a:ln>
              <a:solidFill>
                <a:srgbClr val="FF78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CE6EA2ED-3E7E-7FEB-9107-2017A5507819}"/>
              </a:ext>
            </a:extLst>
          </p:cNvPr>
          <p:cNvSpPr>
            <a:spLocks noGrp="1"/>
          </p:cNvSpPr>
          <p:nvPr>
            <p:ph type="title"/>
          </p:nvPr>
        </p:nvSpPr>
        <p:spPr/>
        <p:txBody>
          <a:bodyPr vert="horz"/>
          <a:lstStyle/>
          <a:p>
            <a:r>
              <a:rPr lang="es-ES_tradnl" noProof="0"/>
              <a:t>Flujo de provisión – SOHO</a:t>
            </a:r>
          </a:p>
        </p:txBody>
      </p:sp>
      <p:sp>
        <p:nvSpPr>
          <p:cNvPr id="3" name="Subtitle 2">
            <a:extLst>
              <a:ext uri="{FF2B5EF4-FFF2-40B4-BE49-F238E27FC236}">
                <a16:creationId xmlns:a16="http://schemas.microsoft.com/office/drawing/2014/main" id="{58E151B3-409C-6F69-2FD7-8FCAE31C9619}"/>
              </a:ext>
            </a:extLst>
          </p:cNvPr>
          <p:cNvSpPr>
            <a:spLocks noGrp="1"/>
          </p:cNvSpPr>
          <p:nvPr>
            <p:ph type="subTitle" idx="13"/>
          </p:nvPr>
        </p:nvSpPr>
        <p:spPr/>
        <p:txBody>
          <a:bodyPr/>
          <a:lstStyle/>
          <a:p>
            <a:r>
              <a:rPr lang="es-ES_tradnl" noProof="0"/>
              <a:t>Proceso completo desde la creación de la orden en Siebel hasta la activación final del cliente</a:t>
            </a:r>
          </a:p>
        </p:txBody>
      </p:sp>
      <p:sp>
        <p:nvSpPr>
          <p:cNvPr id="12" name="Rectangle 11">
            <a:extLst>
              <a:ext uri="{FF2B5EF4-FFF2-40B4-BE49-F238E27FC236}">
                <a16:creationId xmlns:a16="http://schemas.microsoft.com/office/drawing/2014/main" id="{C2B081D8-A1B7-B049-7AF8-EC1820987FB6}"/>
              </a:ext>
            </a:extLst>
          </p:cNvPr>
          <p:cNvSpPr/>
          <p:nvPr/>
        </p:nvSpPr>
        <p:spPr>
          <a:xfrm>
            <a:off x="220230" y="3471171"/>
            <a:ext cx="897467" cy="860420"/>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Orden convergente</a:t>
            </a:r>
            <a:r>
              <a:rPr kumimoji="0" lang="es-ES_tradnl" sz="900" b="1" i="0" u="none" strike="noStrike" kern="1200" cap="none" spc="0" normalizeH="0" baseline="30000" noProof="0">
                <a:ln>
                  <a:noFill/>
                </a:ln>
                <a:solidFill>
                  <a:srgbClr val="FFFFFF"/>
                </a:solidFill>
                <a:effectLst/>
                <a:uLnTx/>
                <a:uFillTx/>
                <a:latin typeface="Arial" panose="020B0604020202020204"/>
                <a:ea typeface="+mn-ea"/>
                <a:cs typeface="+mn-cs"/>
              </a:rPr>
              <a:t>1</a:t>
            </a:r>
          </a:p>
        </p:txBody>
      </p:sp>
      <p:sp>
        <p:nvSpPr>
          <p:cNvPr id="21" name="Rectangle 20">
            <a:extLst>
              <a:ext uri="{FF2B5EF4-FFF2-40B4-BE49-F238E27FC236}">
                <a16:creationId xmlns:a16="http://schemas.microsoft.com/office/drawing/2014/main" id="{9B1905E5-4298-88C3-BC67-1D74D48A6BBD}"/>
              </a:ext>
            </a:extLst>
          </p:cNvPr>
          <p:cNvSpPr/>
          <p:nvPr/>
        </p:nvSpPr>
        <p:spPr>
          <a:xfrm>
            <a:off x="1215337" y="4015868"/>
            <a:ext cx="540866" cy="1947806"/>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MÓVIL</a:t>
            </a:r>
          </a:p>
        </p:txBody>
      </p:sp>
      <p:sp>
        <p:nvSpPr>
          <p:cNvPr id="19" name="Rectangle 18">
            <a:extLst>
              <a:ext uri="{FF2B5EF4-FFF2-40B4-BE49-F238E27FC236}">
                <a16:creationId xmlns:a16="http://schemas.microsoft.com/office/drawing/2014/main" id="{E687E875-3E6B-0D27-908E-2512D34AF698}"/>
              </a:ext>
            </a:extLst>
          </p:cNvPr>
          <p:cNvSpPr/>
          <p:nvPr/>
        </p:nvSpPr>
        <p:spPr>
          <a:xfrm>
            <a:off x="1863331" y="2878176"/>
            <a:ext cx="791882" cy="908717"/>
          </a:xfrm>
          <a:prstGeom prst="rect">
            <a:avLst/>
          </a:prstGeom>
          <a:solidFill>
            <a:schemeClr val="bg1"/>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Alta nueva</a:t>
            </a:r>
          </a:p>
        </p:txBody>
      </p:sp>
      <p:sp>
        <p:nvSpPr>
          <p:cNvPr id="23" name="Rectangle 22">
            <a:extLst>
              <a:ext uri="{FF2B5EF4-FFF2-40B4-BE49-F238E27FC236}">
                <a16:creationId xmlns:a16="http://schemas.microsoft.com/office/drawing/2014/main" id="{47B19935-DC36-CA10-0B8E-EEE56B304F2B}"/>
              </a:ext>
            </a:extLst>
          </p:cNvPr>
          <p:cNvSpPr/>
          <p:nvPr/>
        </p:nvSpPr>
        <p:spPr>
          <a:xfrm>
            <a:off x="1215337" y="1839087"/>
            <a:ext cx="540866" cy="1947806"/>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FIJO</a:t>
            </a:r>
          </a:p>
        </p:txBody>
      </p:sp>
      <p:sp>
        <p:nvSpPr>
          <p:cNvPr id="25" name="Rectangle 24">
            <a:extLst>
              <a:ext uri="{FF2B5EF4-FFF2-40B4-BE49-F238E27FC236}">
                <a16:creationId xmlns:a16="http://schemas.microsoft.com/office/drawing/2014/main" id="{59386764-6ED9-D0AD-37D9-4B99DC7250E9}"/>
              </a:ext>
            </a:extLst>
          </p:cNvPr>
          <p:cNvSpPr/>
          <p:nvPr/>
        </p:nvSpPr>
        <p:spPr>
          <a:xfrm>
            <a:off x="1863331" y="1839087"/>
            <a:ext cx="791882" cy="908717"/>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Portabilidad</a:t>
            </a:r>
          </a:p>
        </p:txBody>
      </p:sp>
      <p:sp>
        <p:nvSpPr>
          <p:cNvPr id="131" name="Rectangle 130">
            <a:extLst>
              <a:ext uri="{FF2B5EF4-FFF2-40B4-BE49-F238E27FC236}">
                <a16:creationId xmlns:a16="http://schemas.microsoft.com/office/drawing/2014/main" id="{7A5774A2-ADFA-B944-B063-F49284F2A369}"/>
              </a:ext>
            </a:extLst>
          </p:cNvPr>
          <p:cNvSpPr/>
          <p:nvPr/>
        </p:nvSpPr>
        <p:spPr>
          <a:xfrm>
            <a:off x="2909209"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1</a:t>
            </a:r>
          </a:p>
        </p:txBody>
      </p:sp>
      <p:sp>
        <p:nvSpPr>
          <p:cNvPr id="132" name="Rectangle 131">
            <a:extLst>
              <a:ext uri="{FF2B5EF4-FFF2-40B4-BE49-F238E27FC236}">
                <a16:creationId xmlns:a16="http://schemas.microsoft.com/office/drawing/2014/main" id="{B1387B8F-EAF4-D52A-A4EE-52D025F0BFA1}"/>
              </a:ext>
            </a:extLst>
          </p:cNvPr>
          <p:cNvSpPr/>
          <p:nvPr/>
        </p:nvSpPr>
        <p:spPr>
          <a:xfrm>
            <a:off x="4058466"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2</a:t>
            </a:r>
          </a:p>
        </p:txBody>
      </p:sp>
      <p:sp>
        <p:nvSpPr>
          <p:cNvPr id="133" name="Rectangle 132">
            <a:extLst>
              <a:ext uri="{FF2B5EF4-FFF2-40B4-BE49-F238E27FC236}">
                <a16:creationId xmlns:a16="http://schemas.microsoft.com/office/drawing/2014/main" id="{64AB1C77-092F-0D5C-5C51-C5798CFED87A}"/>
              </a:ext>
            </a:extLst>
          </p:cNvPr>
          <p:cNvSpPr/>
          <p:nvPr/>
        </p:nvSpPr>
        <p:spPr>
          <a:xfrm>
            <a:off x="5207628"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3</a:t>
            </a:r>
          </a:p>
        </p:txBody>
      </p:sp>
      <p:sp>
        <p:nvSpPr>
          <p:cNvPr id="134" name="Rectangle 133">
            <a:extLst>
              <a:ext uri="{FF2B5EF4-FFF2-40B4-BE49-F238E27FC236}">
                <a16:creationId xmlns:a16="http://schemas.microsoft.com/office/drawing/2014/main" id="{454C04CD-FB7C-8C09-401D-2E12FC851626}"/>
              </a:ext>
            </a:extLst>
          </p:cNvPr>
          <p:cNvSpPr/>
          <p:nvPr/>
        </p:nvSpPr>
        <p:spPr>
          <a:xfrm>
            <a:off x="6356886"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4</a:t>
            </a:r>
          </a:p>
        </p:txBody>
      </p:sp>
      <p:sp>
        <p:nvSpPr>
          <p:cNvPr id="136" name="Rectangle 135">
            <a:extLst>
              <a:ext uri="{FF2B5EF4-FFF2-40B4-BE49-F238E27FC236}">
                <a16:creationId xmlns:a16="http://schemas.microsoft.com/office/drawing/2014/main" id="{F369166E-B3EF-8206-A889-E1374EAC5CF6}"/>
              </a:ext>
            </a:extLst>
          </p:cNvPr>
          <p:cNvSpPr/>
          <p:nvPr/>
        </p:nvSpPr>
        <p:spPr>
          <a:xfrm>
            <a:off x="2909209"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ALTA MÓVIL</a:t>
            </a:r>
          </a:p>
        </p:txBody>
      </p:sp>
      <p:sp>
        <p:nvSpPr>
          <p:cNvPr id="137" name="Rectangle 136">
            <a:extLst>
              <a:ext uri="{FF2B5EF4-FFF2-40B4-BE49-F238E27FC236}">
                <a16:creationId xmlns:a16="http://schemas.microsoft.com/office/drawing/2014/main" id="{A0FBA9A7-F36E-04AA-DC9B-F5B4A371C4D0}"/>
              </a:ext>
            </a:extLst>
          </p:cNvPr>
          <p:cNvSpPr/>
          <p:nvPr/>
        </p:nvSpPr>
        <p:spPr>
          <a:xfrm>
            <a:off x="4058466"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0" i="1" u="none" strike="noStrike" kern="1200" cap="none" spc="0" normalizeH="0" baseline="0" noProof="0">
                <a:ln>
                  <a:noFill/>
                </a:ln>
                <a:solidFill>
                  <a:srgbClr val="000000"/>
                </a:solidFill>
                <a:effectLst/>
                <a:uLnTx/>
                <a:uFillTx/>
                <a:latin typeface="Arial" panose="020B0604020202020204"/>
                <a:ea typeface="+mn-ea"/>
                <a:cs typeface="+mn-cs"/>
              </a:rPr>
              <a:t>…</a:t>
            </a:r>
            <a:endParaRPr kumimoji="0" lang="es-ES" sz="1050" b="0"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sp>
        <p:nvSpPr>
          <p:cNvPr id="138" name="Rectangle 137">
            <a:extLst>
              <a:ext uri="{FF2B5EF4-FFF2-40B4-BE49-F238E27FC236}">
                <a16:creationId xmlns:a16="http://schemas.microsoft.com/office/drawing/2014/main" id="{3ED108C0-891F-0F7E-6BE5-5A6F1577B008}"/>
              </a:ext>
            </a:extLst>
          </p:cNvPr>
          <p:cNvSpPr/>
          <p:nvPr/>
        </p:nvSpPr>
        <p:spPr>
          <a:xfrm>
            <a:off x="5207724"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a:t>
            </a:r>
            <a:endParaRPr kumimoji="0" lang="es-ES" sz="7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9" name="Rectangle 138">
            <a:extLst>
              <a:ext uri="{FF2B5EF4-FFF2-40B4-BE49-F238E27FC236}">
                <a16:creationId xmlns:a16="http://schemas.microsoft.com/office/drawing/2014/main" id="{5BE5CC1D-0198-7DFE-DA71-4B9670FB7CA2}"/>
              </a:ext>
            </a:extLst>
          </p:cNvPr>
          <p:cNvSpPr/>
          <p:nvPr/>
        </p:nvSpPr>
        <p:spPr>
          <a:xfrm>
            <a:off x="6356981"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VC FIJO</a:t>
            </a:r>
            <a:endParaRPr kumimoji="0" lang="es-ES" sz="700" b="0"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cxnSp>
        <p:nvCxnSpPr>
          <p:cNvPr id="5" name="Connector: Curved 4">
            <a:extLst>
              <a:ext uri="{FF2B5EF4-FFF2-40B4-BE49-F238E27FC236}">
                <a16:creationId xmlns:a16="http://schemas.microsoft.com/office/drawing/2014/main" id="{CD026452-672D-0AB4-06FE-B25192BE77BB}"/>
              </a:ext>
            </a:extLst>
          </p:cNvPr>
          <p:cNvCxnSpPr>
            <a:cxnSpLocks/>
            <a:stCxn id="136" idx="0"/>
            <a:endCxn id="139" idx="0"/>
          </p:cNvCxnSpPr>
          <p:nvPr/>
        </p:nvCxnSpPr>
        <p:spPr>
          <a:xfrm rot="5400000" flipH="1" flipV="1">
            <a:off x="5170511" y="211112"/>
            <a:ext cx="12700" cy="3447772"/>
          </a:xfrm>
          <a:prstGeom prst="curvedConnector3">
            <a:avLst>
              <a:gd name="adj1" fmla="val 1549984"/>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7679CDC-0329-3ADB-BB38-186DBF39ADAC}"/>
              </a:ext>
            </a:extLst>
          </p:cNvPr>
          <p:cNvCxnSpPr>
            <a:cxnSpLocks/>
          </p:cNvCxnSpPr>
          <p:nvPr/>
        </p:nvCxnSpPr>
        <p:spPr>
          <a:xfrm>
            <a:off x="4595153" y="2781973"/>
            <a:ext cx="0" cy="2450596"/>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B7F6C69-3F7E-A581-B3A1-17DE6E439284}"/>
              </a:ext>
            </a:extLst>
          </p:cNvPr>
          <p:cNvCxnSpPr>
            <a:cxnSpLocks/>
          </p:cNvCxnSpPr>
          <p:nvPr/>
        </p:nvCxnSpPr>
        <p:spPr>
          <a:xfrm>
            <a:off x="5744315" y="2781973"/>
            <a:ext cx="0" cy="237422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3501B176-A5B4-4AA9-2BC0-ED85ACA2A63A}"/>
              </a:ext>
            </a:extLst>
          </p:cNvPr>
          <p:cNvCxnSpPr>
            <a:cxnSpLocks/>
          </p:cNvCxnSpPr>
          <p:nvPr/>
        </p:nvCxnSpPr>
        <p:spPr>
          <a:xfrm>
            <a:off x="3445896" y="2781973"/>
            <a:ext cx="0" cy="291407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EB8CC338-8200-48F3-C7CC-A6103221936E}"/>
              </a:ext>
            </a:extLst>
          </p:cNvPr>
          <p:cNvSpPr/>
          <p:nvPr/>
        </p:nvSpPr>
        <p:spPr>
          <a:xfrm>
            <a:off x="3024558" y="1562826"/>
            <a:ext cx="6186818" cy="4677106"/>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Rectangle 31">
            <a:extLst>
              <a:ext uri="{FF2B5EF4-FFF2-40B4-BE49-F238E27FC236}">
                <a16:creationId xmlns:a16="http://schemas.microsoft.com/office/drawing/2014/main" id="{69C402E4-0419-9535-ACF5-38A2A8B6AD42}"/>
              </a:ext>
            </a:extLst>
          </p:cNvPr>
          <p:cNvSpPr/>
          <p:nvPr/>
        </p:nvSpPr>
        <p:spPr>
          <a:xfrm>
            <a:off x="6901083" y="3157851"/>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VC del Fijo</a:t>
            </a:r>
          </a:p>
        </p:txBody>
      </p:sp>
      <p:sp>
        <p:nvSpPr>
          <p:cNvPr id="34" name="Rectangle 33">
            <a:extLst>
              <a:ext uri="{FF2B5EF4-FFF2-40B4-BE49-F238E27FC236}">
                <a16:creationId xmlns:a16="http://schemas.microsoft.com/office/drawing/2014/main" id="{40C55592-0E42-A9E5-D9DF-6CFE748E5A39}"/>
              </a:ext>
            </a:extLst>
          </p:cNvPr>
          <p:cNvSpPr/>
          <p:nvPr/>
        </p:nvSpPr>
        <p:spPr>
          <a:xfrm>
            <a:off x="3453516" y="4627039"/>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Se lanza orden convergente en Siebel (Fijo &amp; Móvil)</a:t>
            </a:r>
          </a:p>
          <a:p>
            <a:pPr marL="0" marR="0" lvl="0" indent="11113" algn="l" defTabSz="914400" rtl="0" eaLnBrk="1" fontAlgn="auto" latinLnBrk="0" hangingPunct="1">
              <a:lnSpc>
                <a:spcPct val="100000"/>
              </a:lnSpc>
              <a:spcBef>
                <a:spcPts val="0"/>
              </a:spcBef>
              <a:spcAft>
                <a:spcPts val="0"/>
              </a:spcAft>
              <a:buClrTx/>
              <a:buSzTx/>
              <a:buFontTx/>
              <a:buNone/>
              <a:tabLst/>
              <a:defRPr/>
            </a:pPr>
            <a:endPar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Alta Móvil inmediata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(SIM/</a:t>
            </a:r>
            <a:r>
              <a:rPr kumimoji="0" lang="es-ES_tradnl" sz="900" b="0" i="0" u="none" strike="noStrike" kern="1200" cap="none" spc="0" normalizeH="0" baseline="0" noProof="0" err="1">
                <a:ln>
                  <a:noFill/>
                </a:ln>
                <a:solidFill>
                  <a:srgbClr val="000000"/>
                </a:solidFill>
                <a:effectLst/>
                <a:uLnTx/>
                <a:uFillTx/>
                <a:latin typeface="Arial" panose="020B0604020202020204"/>
                <a:ea typeface="+mn-ea"/>
                <a:cs typeface="+mn-cs"/>
              </a:rPr>
              <a:t>eSIM</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 instantánea)</a:t>
            </a:r>
            <a:r>
              <a:rPr kumimoji="0" lang="es-ES_tradnl" sz="900" b="0" i="0" u="none" strike="noStrike" kern="1200" cap="none" spc="0" normalizeH="0" baseline="30000" noProof="0">
                <a:ln>
                  <a:noFill/>
                </a:ln>
                <a:solidFill>
                  <a:srgbClr val="000000"/>
                </a:solidFill>
                <a:effectLst/>
                <a:uLnTx/>
                <a:uFillTx/>
                <a:latin typeface="Arial" panose="020B0604020202020204"/>
                <a:ea typeface="+mn-ea"/>
                <a:cs typeface="+mn-cs"/>
              </a:rPr>
              <a:t>3</a:t>
            </a:r>
          </a:p>
        </p:txBody>
      </p:sp>
      <p:sp>
        <p:nvSpPr>
          <p:cNvPr id="6" name="Rectangle 5">
            <a:extLst>
              <a:ext uri="{FF2B5EF4-FFF2-40B4-BE49-F238E27FC236}">
                <a16:creationId xmlns:a16="http://schemas.microsoft.com/office/drawing/2014/main" id="{73D1B17E-6587-BDEF-603F-3CF264694FA2}"/>
              </a:ext>
            </a:extLst>
          </p:cNvPr>
          <p:cNvSpPr/>
          <p:nvPr/>
        </p:nvSpPr>
        <p:spPr>
          <a:xfrm>
            <a:off x="8485766" y="1345006"/>
            <a:ext cx="178401" cy="149471"/>
          </a:xfrm>
          <a:prstGeom prst="rect">
            <a:avLst/>
          </a:prstGeom>
          <a:solidFill>
            <a:schemeClr val="accent1">
              <a:lumMod val="40000"/>
              <a:lumOff val="6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7432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800" b="0" i="0" u="none" strike="noStrike" kern="1200" cap="none" spc="0" normalizeH="0" baseline="0" noProof="0">
                <a:ln>
                  <a:noFill/>
                </a:ln>
                <a:solidFill>
                  <a:srgbClr val="000000"/>
                </a:solidFill>
                <a:effectLst/>
                <a:uLnTx/>
                <a:uFillTx/>
                <a:latin typeface="Arial" panose="020B0604020202020204"/>
                <a:ea typeface="+mn-ea"/>
                <a:cs typeface="+mn-cs"/>
              </a:rPr>
              <a:t>Centralita</a:t>
            </a:r>
          </a:p>
        </p:txBody>
      </p:sp>
      <p:sp>
        <p:nvSpPr>
          <p:cNvPr id="9" name="Rectangle 8">
            <a:extLst>
              <a:ext uri="{FF2B5EF4-FFF2-40B4-BE49-F238E27FC236}">
                <a16:creationId xmlns:a16="http://schemas.microsoft.com/office/drawing/2014/main" id="{76548FA6-F541-FA8D-BADA-599C909CA965}"/>
              </a:ext>
            </a:extLst>
          </p:cNvPr>
          <p:cNvSpPr/>
          <p:nvPr/>
        </p:nvSpPr>
        <p:spPr>
          <a:xfrm>
            <a:off x="1863331" y="5054957"/>
            <a:ext cx="791882" cy="908717"/>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Alta nueva</a:t>
            </a:r>
          </a:p>
        </p:txBody>
      </p:sp>
      <p:sp>
        <p:nvSpPr>
          <p:cNvPr id="13" name="Rectangle 12">
            <a:extLst>
              <a:ext uri="{FF2B5EF4-FFF2-40B4-BE49-F238E27FC236}">
                <a16:creationId xmlns:a16="http://schemas.microsoft.com/office/drawing/2014/main" id="{12314829-ADB7-4A5B-7691-C741574AA837}"/>
              </a:ext>
            </a:extLst>
          </p:cNvPr>
          <p:cNvSpPr/>
          <p:nvPr/>
        </p:nvSpPr>
        <p:spPr>
          <a:xfrm>
            <a:off x="1863331" y="4015868"/>
            <a:ext cx="791882" cy="908717"/>
          </a:xfrm>
          <a:prstGeom prst="rect">
            <a:avLst/>
          </a:prstGeom>
          <a:solidFill>
            <a:schemeClr val="bg1"/>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Portabilidad</a:t>
            </a:r>
          </a:p>
        </p:txBody>
      </p:sp>
      <p:sp>
        <p:nvSpPr>
          <p:cNvPr id="24" name="Text Placeholder 104">
            <a:extLst>
              <a:ext uri="{FF2B5EF4-FFF2-40B4-BE49-F238E27FC236}">
                <a16:creationId xmlns:a16="http://schemas.microsoft.com/office/drawing/2014/main" id="{9406858B-7BF7-F61A-E6C7-F1FB6236CB8B}"/>
              </a:ext>
            </a:extLst>
          </p:cNvPr>
          <p:cNvSpPr txBox="1">
            <a:spLocks/>
          </p:cNvSpPr>
          <p:nvPr/>
        </p:nvSpPr>
        <p:spPr>
          <a:xfrm>
            <a:off x="9525494" y="592334"/>
            <a:ext cx="2486023" cy="498598"/>
          </a:xfrm>
          <a:prstGeom prst="rect">
            <a:avLst/>
          </a:prstGeom>
        </p:spPr>
        <p:txBody>
          <a:bodyPr wrap="square" lIns="0" tIns="0" rIns="0" bIns="0" anchor="t">
            <a:sp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_tradnl" sz="1800" b="1" i="0" u="none" strike="noStrike" kern="1200" cap="none" spc="0" normalizeH="0" baseline="0" noProof="0">
                <a:ln>
                  <a:noFill/>
                </a:ln>
                <a:solidFill>
                  <a:srgbClr val="96958C"/>
                </a:solidFill>
                <a:effectLst/>
                <a:uLnTx/>
                <a:uFillTx/>
                <a:latin typeface="Arial" panose="020B0604020202020204"/>
                <a:ea typeface="+mn-ea"/>
                <a:cs typeface="+mn-cs"/>
              </a:rPr>
              <a:t>Siguientes pasos  &gt; Centralita de negocio</a:t>
            </a:r>
          </a:p>
        </p:txBody>
      </p:sp>
      <p:sp>
        <p:nvSpPr>
          <p:cNvPr id="26" name="Content Placeholder 105">
            <a:extLst>
              <a:ext uri="{FF2B5EF4-FFF2-40B4-BE49-F238E27FC236}">
                <a16:creationId xmlns:a16="http://schemas.microsoft.com/office/drawing/2014/main" id="{6E39EBFD-7D6C-BAC3-3711-174004E96976}"/>
              </a:ext>
            </a:extLst>
          </p:cNvPr>
          <p:cNvSpPr txBox="1">
            <a:spLocks/>
          </p:cNvSpPr>
          <p:nvPr/>
        </p:nvSpPr>
        <p:spPr>
          <a:xfrm>
            <a:off x="9440832" y="1177130"/>
            <a:ext cx="2589935" cy="21066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1050" b="1" i="0" u="sng" strike="noStrike" kern="1200" cap="none" spc="0" normalizeH="0" baseline="0" noProof="0">
                <a:ln>
                  <a:noFill/>
                </a:ln>
                <a:solidFill>
                  <a:srgbClr val="000000"/>
                </a:solidFill>
                <a:effectLst/>
                <a:uLnTx/>
                <a:uFillTx/>
                <a:latin typeface="Arial" panose="020B0604020202020204"/>
                <a:ea typeface="+mn-ea"/>
                <a:cs typeface="+mn-cs"/>
              </a:rPr>
              <a:t>Configuración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Una vez el “hierro” de la centralita es instalada (por el instalador) y se realiza la configuración inicial</a:t>
            </a:r>
            <a:r>
              <a:rPr kumimoji="0" lang="es-ES" sz="1050" b="0" i="0" u="none" strike="noStrike" kern="1200" cap="none" spc="0" normalizeH="0" baseline="30000" noProof="0">
                <a:ln>
                  <a:noFill/>
                </a:ln>
                <a:solidFill>
                  <a:srgbClr val="000000"/>
                </a:solidFill>
                <a:effectLst/>
                <a:uLnTx/>
                <a:uFillTx/>
                <a:latin typeface="Arial" panose="020B0604020202020204"/>
                <a:ea typeface="+mn-ea"/>
                <a:cs typeface="+mn-cs"/>
              </a:rPr>
              <a:t>2</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 (el instalador avisa al gestor de provisión por teléfono), el cliente podrá realizar configuraciones avanzadas mediante las siguientes opciones:</a:t>
            </a:r>
            <a:endParaRPr kumimoji="0" lang="en-US" sz="1050" b="0" i="0" u="none" strike="noStrike" kern="1200" cap="none" spc="0" normalizeH="0" baseline="0" noProof="0">
              <a:ln>
                <a:noFill/>
              </a:ln>
              <a:solidFill>
                <a:srgbClr val="000000"/>
              </a:solidFill>
              <a:effectLst/>
              <a:uLnTx/>
              <a:uFillTx/>
              <a:latin typeface="Arial" panose="020B0604020202020204"/>
              <a:ea typeface="+mn-ea"/>
              <a:cs typeface="+mn-cs"/>
            </a:endParaRP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Atención al cliente (1471) </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informando “</a:t>
            </a:r>
            <a:r>
              <a:rPr kumimoji="0" lang="es-ES" sz="1050" b="0" i="1" u="none" strike="noStrike" kern="1200" cap="none" spc="0" normalizeH="0" baseline="0" noProof="0">
                <a:ln>
                  <a:noFill/>
                </a:ln>
                <a:solidFill>
                  <a:srgbClr val="000000"/>
                </a:solidFill>
                <a:effectLst/>
                <a:uLnTx/>
                <a:uFillTx/>
                <a:latin typeface="Arial" panose="020B0604020202020204"/>
                <a:ea typeface="+mn-ea"/>
                <a:cs typeface="+mn-cs"/>
              </a:rPr>
              <a:t>configuración de la centralita” </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para contactar con el equipo responsable </a:t>
            </a:r>
            <a:endParaRPr kumimoji="0" lang="en-US" sz="1050" b="0" i="0" u="none" strike="noStrike" kern="1200" cap="none" spc="0" normalizeH="0" baseline="0" noProof="0">
              <a:ln>
                <a:noFill/>
              </a:ln>
              <a:solidFill>
                <a:srgbClr val="000000"/>
              </a:solidFill>
              <a:effectLst/>
              <a:uLnTx/>
              <a:uFillTx/>
              <a:latin typeface="Arial" panose="020B0604020202020204"/>
              <a:ea typeface="+mn-ea"/>
              <a:cs typeface="+mn-cs"/>
            </a:endParaRP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Portal de autogestión &gt;</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s-ES" sz="1050" b="0" i="0" u="sng" strike="noStrike" kern="1200" cap="none" spc="0" normalizeH="0" baseline="0" noProof="0">
                <a:ln>
                  <a:noFill/>
                </a:ln>
                <a:solidFill>
                  <a:srgbClr val="0070C0"/>
                </a:solidFill>
                <a:effectLst/>
                <a:uLnTx/>
                <a:uFillTx/>
                <a:latin typeface="Arial" panose="020B0604020202020204"/>
                <a:ea typeface="+mn-ea"/>
                <a:cs typeface="+mn-cs"/>
                <a:hlinkClick r:id="rId6">
                  <a:extLst>
                    <a:ext uri="{A12FA001-AC4F-418D-AE19-62706E023703}">
                      <ahyp:hlinkClr xmlns:ahyp="http://schemas.microsoft.com/office/drawing/2018/hyperlinkcolor" val="tx"/>
                    </a:ext>
                  </a:extLst>
                </a:hlinkClick>
              </a:rPr>
              <a:t>Primeros pasos centralita negocio - Ayuda Orange</a:t>
            </a:r>
            <a:endParaRPr kumimoji="0" lang="en-US" sz="1050" b="0" i="0" u="none" strike="noStrike" kern="1200" cap="none" spc="0" normalizeH="0" baseline="0" noProof="0">
              <a:ln>
                <a:noFill/>
              </a:ln>
              <a:solidFill>
                <a:srgbClr val="0070C0"/>
              </a:solidFill>
              <a:effectLst/>
              <a:uLnTx/>
              <a:uFillTx/>
              <a:latin typeface="Arial" panose="020B060402020202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*Manual de portal de autogestión: </a:t>
            </a:r>
            <a:r>
              <a:rPr kumimoji="0" lang="es-ES" sz="1050" b="0" i="0" u="sng" strike="noStrike" kern="1200" cap="none" spc="0" normalizeH="0" baseline="0" noProof="0">
                <a:ln>
                  <a:noFill/>
                </a:ln>
                <a:solidFill>
                  <a:srgbClr val="0070C0"/>
                </a:solidFill>
                <a:effectLst/>
                <a:uLnTx/>
                <a:uFillTx/>
                <a:latin typeface="Arial" panose="020B0604020202020204"/>
                <a:ea typeface="+mn-ea"/>
                <a:cs typeface="+mn-cs"/>
              </a:rPr>
              <a:t>descubre Orange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s-ES" sz="1050" b="0" i="0" u="sng" strike="noStrike" kern="1200" cap="none" spc="0" normalizeH="0" baseline="0" noProof="0">
              <a:ln>
                <a:noFill/>
              </a:ln>
              <a:solidFill>
                <a:srgbClr val="0070C0"/>
              </a:solidFill>
              <a:effectLst/>
              <a:uLnTx/>
              <a:uFillTx/>
              <a:latin typeface="Arial" panose="020B06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Diferenciación </a:t>
            </a:r>
            <a:r>
              <a:rPr kumimoji="0" lang="es-ES" sz="1050" b="1" i="0" u="sng" strike="noStrike" kern="1200" cap="none" spc="0" normalizeH="0" baseline="0" noProof="0">
                <a:ln>
                  <a:noFill/>
                </a:ln>
                <a:solidFill>
                  <a:srgbClr val="000000"/>
                </a:solidFill>
                <a:effectLst/>
                <a:uLnTx/>
                <a:uFillTx/>
                <a:latin typeface="Arial" panose="020B0604020202020204"/>
                <a:ea typeface="+mn-ea"/>
                <a:cs typeface="+mn-cs"/>
              </a:rPr>
              <a:t>Centralita Negocio </a:t>
            </a:r>
            <a:r>
              <a:rPr kumimoji="0" lang="es-ES" sz="1050" b="0" i="0" u="sng" strike="noStrike" kern="1200" cap="none" spc="0" normalizeH="0" baseline="0" noProof="0">
                <a:ln>
                  <a:noFill/>
                </a:ln>
                <a:solidFill>
                  <a:srgbClr val="000000"/>
                </a:solidFill>
                <a:effectLst/>
                <a:uLnTx/>
                <a:uFillTx/>
                <a:latin typeface="Arial" panose="020B0604020202020204"/>
                <a:ea typeface="+mn-ea"/>
                <a:cs typeface="+mn-cs"/>
              </a:rPr>
              <a:t>(SoHo)</a:t>
            </a:r>
            <a:r>
              <a:rPr kumimoji="0" lang="es-ES" sz="1050" b="1" i="0" u="sng" strike="noStrike" kern="1200" cap="none" spc="0" normalizeH="0" baseline="0" noProof="0">
                <a:ln>
                  <a:noFill/>
                </a:ln>
                <a:solidFill>
                  <a:srgbClr val="000000"/>
                </a:solidFill>
                <a:effectLst/>
                <a:uLnTx/>
                <a:uFillTx/>
                <a:latin typeface="Arial" panose="020B0604020202020204"/>
                <a:ea typeface="+mn-ea"/>
                <a:cs typeface="+mn-cs"/>
              </a:rPr>
              <a:t> vs. Centralita Big PYME:</a:t>
            </a:r>
            <a:r>
              <a:rPr kumimoji="0" lang="es-ES" sz="1050" b="0" i="0" u="sng" strike="noStrike" kern="1200" cap="none" spc="0" normalizeH="0" baseline="0" noProof="0">
                <a:ln>
                  <a:noFill/>
                </a:ln>
                <a:solidFill>
                  <a:srgbClr val="000000"/>
                </a:solidFill>
                <a:effectLst/>
                <a:uLnTx/>
                <a:uFillTx/>
                <a:latin typeface="Arial" panose="020B0604020202020204"/>
                <a:ea typeface="+mn-ea"/>
                <a:cs typeface="+mn-cs"/>
              </a:rPr>
              <a:t> </a:t>
            </a:r>
            <a:endParaRPr kumimoji="0" lang="en-US" sz="1050" b="0" i="0" u="sng"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La centralita BIG PYME </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es un servicio de PYME, que cuenta con figura de un Gestor de Proyectos Especiales (GPE). Este informa al cliente de los distintos hitos de su provisión, realiza la configuración solicitada por el cliente. El cliente puede llamar a su GPE hasta 7 días tras la entrega de servicio.</a:t>
            </a:r>
            <a:endParaRPr kumimoji="0" lang="en-US" sz="1050" b="0" i="0" u="none" strike="noStrike" kern="1200" cap="none" spc="0" normalizeH="0" baseline="0" noProof="0">
              <a:ln>
                <a:noFill/>
              </a:ln>
              <a:solidFill>
                <a:srgbClr val="000000"/>
              </a:solidFill>
              <a:effectLst/>
              <a:uLnTx/>
              <a:uFillTx/>
              <a:latin typeface="Arial" panose="020B0604020202020204"/>
              <a:ea typeface="+mn-ea"/>
              <a:cs typeface="+mn-cs"/>
            </a:endParaRP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050" b="0" i="0" u="none" strike="noStrike" kern="1200" cap="none" spc="0" normalizeH="0" baseline="0" noProof="0">
              <a:ln>
                <a:noFill/>
              </a:ln>
              <a:solidFill>
                <a:srgbClr val="0070C0"/>
              </a:solidFill>
              <a:effectLst/>
              <a:uLnTx/>
              <a:uFillTx/>
              <a:latin typeface="Arial" panose="020B06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s-ES_tradnl" sz="2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5" name="Rectangle 34">
            <a:extLst>
              <a:ext uri="{FF2B5EF4-FFF2-40B4-BE49-F238E27FC236}">
                <a16:creationId xmlns:a16="http://schemas.microsoft.com/office/drawing/2014/main" id="{78B7B1A7-8176-DAD1-653A-C390BE566F54}"/>
              </a:ext>
            </a:extLst>
          </p:cNvPr>
          <p:cNvSpPr/>
          <p:nvPr/>
        </p:nvSpPr>
        <p:spPr>
          <a:xfrm>
            <a:off x="380999" y="6231467"/>
            <a:ext cx="8666745" cy="53499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1.</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Se recomienda que las órdenes de portabilidad lleven solo 5 líneas móviles como máximo y cada orden de un operador específico.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2.</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gestor de provisión realiza la configuración inicial (puestos activos, reparto de llamadas, grupos de salto y buzón de voz, sin reglas); o adicionales si se ha completado en la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survey</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de provisión.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3.</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proceso de actual de provisión de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terminales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SoHo</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depende de lo indicado en el formulario BOC: si se establece recogida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PdV</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cliente podrá recoger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terminales desde el momento de alta (día 1); si se establece entrega por mensajería: la entrega se realiza el día posterior al alta (día 2) y con un coste de 12€ por servicios de mensajería.</a:t>
            </a:r>
          </a:p>
        </p:txBody>
      </p:sp>
      <p:sp>
        <p:nvSpPr>
          <p:cNvPr id="36" name="Freeform 12">
            <a:extLst>
              <a:ext uri="{FF2B5EF4-FFF2-40B4-BE49-F238E27FC236}">
                <a16:creationId xmlns:a16="http://schemas.microsoft.com/office/drawing/2014/main" id="{16DD51B9-6423-BBB2-09A1-F7CA952D6D89}"/>
              </a:ext>
            </a:extLst>
          </p:cNvPr>
          <p:cNvSpPr>
            <a:spLocks noEditPoints="1"/>
          </p:cNvSpPr>
          <p:nvPr/>
        </p:nvSpPr>
        <p:spPr bwMode="gray">
          <a:xfrm rot="18944140" flipV="1">
            <a:off x="7198949" y="5553687"/>
            <a:ext cx="780755" cy="199601"/>
          </a:xfrm>
          <a:custGeom>
            <a:avLst/>
            <a:gdLst>
              <a:gd name="T0" fmla="*/ 404 w 553"/>
              <a:gd name="T1" fmla="*/ 86 h 111"/>
              <a:gd name="T2" fmla="*/ 514 w 553"/>
              <a:gd name="T3" fmla="*/ 59 h 111"/>
              <a:gd name="T4" fmla="*/ 453 w 553"/>
              <a:gd name="T5" fmla="*/ 60 h 111"/>
              <a:gd name="T6" fmla="*/ 449 w 553"/>
              <a:gd name="T7" fmla="*/ 46 h 111"/>
              <a:gd name="T8" fmla="*/ 410 w 553"/>
              <a:gd name="T9" fmla="*/ 70 h 111"/>
              <a:gd name="T10" fmla="*/ 391 w 553"/>
              <a:gd name="T11" fmla="*/ 41 h 111"/>
              <a:gd name="T12" fmla="*/ 127 w 553"/>
              <a:gd name="T13" fmla="*/ 64 h 111"/>
              <a:gd name="T14" fmla="*/ 43 w 553"/>
              <a:gd name="T15" fmla="*/ 90 h 111"/>
              <a:gd name="T16" fmla="*/ 2 w 553"/>
              <a:gd name="T17" fmla="*/ 111 h 111"/>
              <a:gd name="T18" fmla="*/ 348 w 553"/>
              <a:gd name="T19" fmla="*/ 21 h 111"/>
              <a:gd name="T20" fmla="*/ 389 w 553"/>
              <a:gd name="T21" fmla="*/ 21 h 111"/>
              <a:gd name="T22" fmla="*/ 477 w 553"/>
              <a:gd name="T23" fmla="*/ 3 h 111"/>
              <a:gd name="T24" fmla="*/ 543 w 553"/>
              <a:gd name="T25" fmla="*/ 58 h 111"/>
              <a:gd name="T26" fmla="*/ 550 w 553"/>
              <a:gd name="T27" fmla="*/ 66 h 111"/>
              <a:gd name="T28" fmla="*/ 544 w 553"/>
              <a:gd name="T29" fmla="*/ 65 h 111"/>
              <a:gd name="T30" fmla="*/ 530 w 553"/>
              <a:gd name="T31" fmla="*/ 62 h 111"/>
              <a:gd name="T32" fmla="*/ 525 w 553"/>
              <a:gd name="T33" fmla="*/ 62 h 111"/>
              <a:gd name="T34" fmla="*/ 534 w 553"/>
              <a:gd name="T35" fmla="*/ 57 h 111"/>
              <a:gd name="T36" fmla="*/ 500 w 553"/>
              <a:gd name="T37" fmla="*/ 43 h 111"/>
              <a:gd name="T38" fmla="*/ 516 w 553"/>
              <a:gd name="T39" fmla="*/ 49 h 111"/>
              <a:gd name="T40" fmla="*/ 516 w 553"/>
              <a:gd name="T41" fmla="*/ 52 h 111"/>
              <a:gd name="T42" fmla="*/ 529 w 553"/>
              <a:gd name="T43" fmla="*/ 50 h 111"/>
              <a:gd name="T44" fmla="*/ 469 w 553"/>
              <a:gd name="T45" fmla="*/ 22 h 111"/>
              <a:gd name="T46" fmla="*/ 471 w 553"/>
              <a:gd name="T47" fmla="*/ 30 h 111"/>
              <a:gd name="T48" fmla="*/ 492 w 553"/>
              <a:gd name="T49" fmla="*/ 34 h 111"/>
              <a:gd name="T50" fmla="*/ 497 w 553"/>
              <a:gd name="T51" fmla="*/ 36 h 111"/>
              <a:gd name="T52" fmla="*/ 501 w 553"/>
              <a:gd name="T53" fmla="*/ 36 h 111"/>
              <a:gd name="T54" fmla="*/ 502 w 553"/>
              <a:gd name="T55" fmla="*/ 38 h 111"/>
              <a:gd name="T56" fmla="*/ 495 w 553"/>
              <a:gd name="T57" fmla="*/ 42 h 111"/>
              <a:gd name="T58" fmla="*/ 494 w 553"/>
              <a:gd name="T59" fmla="*/ 49 h 111"/>
              <a:gd name="T60" fmla="*/ 494 w 553"/>
              <a:gd name="T61" fmla="*/ 49 h 111"/>
              <a:gd name="T62" fmla="*/ 492 w 553"/>
              <a:gd name="T63" fmla="*/ 47 h 111"/>
              <a:gd name="T64" fmla="*/ 483 w 553"/>
              <a:gd name="T65" fmla="*/ 47 h 111"/>
              <a:gd name="T66" fmla="*/ 492 w 553"/>
              <a:gd name="T67" fmla="*/ 39 h 111"/>
              <a:gd name="T68" fmla="*/ 480 w 553"/>
              <a:gd name="T69" fmla="*/ 37 h 111"/>
              <a:gd name="T70" fmla="*/ 481 w 553"/>
              <a:gd name="T71" fmla="*/ 44 h 111"/>
              <a:gd name="T72" fmla="*/ 463 w 553"/>
              <a:gd name="T73" fmla="*/ 44 h 111"/>
              <a:gd name="T74" fmla="*/ 468 w 553"/>
              <a:gd name="T75" fmla="*/ 49 h 111"/>
              <a:gd name="T76" fmla="*/ 458 w 553"/>
              <a:gd name="T77" fmla="*/ 53 h 111"/>
              <a:gd name="T78" fmla="*/ 463 w 553"/>
              <a:gd name="T79" fmla="*/ 32 h 111"/>
              <a:gd name="T80" fmla="*/ 465 w 553"/>
              <a:gd name="T81" fmla="*/ 33 h 111"/>
              <a:gd name="T82" fmla="*/ 457 w 553"/>
              <a:gd name="T83" fmla="*/ 37 h 111"/>
              <a:gd name="T84" fmla="*/ 459 w 553"/>
              <a:gd name="T85" fmla="*/ 43 h 111"/>
              <a:gd name="T86" fmla="*/ 423 w 553"/>
              <a:gd name="T87" fmla="*/ 27 h 111"/>
              <a:gd name="T88" fmla="*/ 456 w 553"/>
              <a:gd name="T89" fmla="*/ 32 h 111"/>
              <a:gd name="T90" fmla="*/ 180 w 553"/>
              <a:gd name="T91" fmla="*/ 52 h 111"/>
              <a:gd name="T92" fmla="*/ 391 w 553"/>
              <a:gd name="T93" fmla="*/ 37 h 111"/>
              <a:gd name="T94" fmla="*/ 434 w 553"/>
              <a:gd name="T95" fmla="*/ 33 h 111"/>
              <a:gd name="T96" fmla="*/ 360 w 553"/>
              <a:gd name="T97" fmla="*/ 27 h 111"/>
              <a:gd name="T98" fmla="*/ 232 w 553"/>
              <a:gd name="T99" fmla="*/ 40 h 111"/>
              <a:gd name="T100" fmla="*/ 115 w 553"/>
              <a:gd name="T101" fmla="*/ 6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53" h="111">
                <a:moveTo>
                  <a:pt x="548" y="70"/>
                </a:moveTo>
                <a:cubicBezTo>
                  <a:pt x="545" y="69"/>
                  <a:pt x="542" y="69"/>
                  <a:pt x="539" y="69"/>
                </a:cubicBezTo>
                <a:cubicBezTo>
                  <a:pt x="539" y="69"/>
                  <a:pt x="539" y="69"/>
                  <a:pt x="539" y="69"/>
                </a:cubicBezTo>
                <a:cubicBezTo>
                  <a:pt x="494" y="69"/>
                  <a:pt x="449" y="78"/>
                  <a:pt x="404" y="86"/>
                </a:cubicBezTo>
                <a:cubicBezTo>
                  <a:pt x="404" y="86"/>
                  <a:pt x="404" y="86"/>
                  <a:pt x="404" y="86"/>
                </a:cubicBezTo>
                <a:cubicBezTo>
                  <a:pt x="404" y="82"/>
                  <a:pt x="404" y="82"/>
                  <a:pt x="404" y="82"/>
                </a:cubicBezTo>
                <a:cubicBezTo>
                  <a:pt x="439" y="72"/>
                  <a:pt x="476" y="62"/>
                  <a:pt x="514" y="59"/>
                </a:cubicBezTo>
                <a:cubicBezTo>
                  <a:pt x="514" y="59"/>
                  <a:pt x="514" y="59"/>
                  <a:pt x="514" y="59"/>
                </a:cubicBezTo>
                <a:cubicBezTo>
                  <a:pt x="501" y="55"/>
                  <a:pt x="488" y="52"/>
                  <a:pt x="476" y="50"/>
                </a:cubicBezTo>
                <a:cubicBezTo>
                  <a:pt x="476" y="50"/>
                  <a:pt x="476" y="50"/>
                  <a:pt x="476" y="50"/>
                </a:cubicBezTo>
                <a:cubicBezTo>
                  <a:pt x="467" y="54"/>
                  <a:pt x="458" y="57"/>
                  <a:pt x="453" y="60"/>
                </a:cubicBezTo>
                <a:cubicBezTo>
                  <a:pt x="453" y="60"/>
                  <a:pt x="453" y="60"/>
                  <a:pt x="453" y="60"/>
                </a:cubicBezTo>
                <a:cubicBezTo>
                  <a:pt x="450" y="57"/>
                  <a:pt x="450" y="57"/>
                  <a:pt x="450" y="57"/>
                </a:cubicBezTo>
                <a:cubicBezTo>
                  <a:pt x="452" y="54"/>
                  <a:pt x="455" y="50"/>
                  <a:pt x="457" y="47"/>
                </a:cubicBezTo>
                <a:cubicBezTo>
                  <a:pt x="457" y="47"/>
                  <a:pt x="457" y="47"/>
                  <a:pt x="457" y="47"/>
                </a:cubicBezTo>
                <a:cubicBezTo>
                  <a:pt x="454" y="46"/>
                  <a:pt x="452" y="46"/>
                  <a:pt x="449" y="46"/>
                </a:cubicBezTo>
                <a:cubicBezTo>
                  <a:pt x="449" y="46"/>
                  <a:pt x="449" y="46"/>
                  <a:pt x="449" y="46"/>
                </a:cubicBezTo>
                <a:cubicBezTo>
                  <a:pt x="438" y="57"/>
                  <a:pt x="425" y="66"/>
                  <a:pt x="412" y="73"/>
                </a:cubicBezTo>
                <a:cubicBezTo>
                  <a:pt x="412" y="73"/>
                  <a:pt x="412" y="73"/>
                  <a:pt x="412" y="73"/>
                </a:cubicBezTo>
                <a:cubicBezTo>
                  <a:pt x="410" y="70"/>
                  <a:pt x="410" y="70"/>
                  <a:pt x="410" y="70"/>
                </a:cubicBezTo>
                <a:cubicBezTo>
                  <a:pt x="420" y="62"/>
                  <a:pt x="430" y="53"/>
                  <a:pt x="441" y="45"/>
                </a:cubicBezTo>
                <a:cubicBezTo>
                  <a:pt x="441" y="45"/>
                  <a:pt x="441" y="45"/>
                  <a:pt x="441" y="45"/>
                </a:cubicBezTo>
                <a:cubicBezTo>
                  <a:pt x="424" y="43"/>
                  <a:pt x="407" y="42"/>
                  <a:pt x="391" y="41"/>
                </a:cubicBezTo>
                <a:cubicBezTo>
                  <a:pt x="391" y="41"/>
                  <a:pt x="391" y="41"/>
                  <a:pt x="391" y="41"/>
                </a:cubicBezTo>
                <a:cubicBezTo>
                  <a:pt x="277" y="39"/>
                  <a:pt x="174" y="74"/>
                  <a:pt x="54" y="102"/>
                </a:cubicBezTo>
                <a:cubicBezTo>
                  <a:pt x="54" y="102"/>
                  <a:pt x="54" y="102"/>
                  <a:pt x="54" y="102"/>
                </a:cubicBezTo>
                <a:cubicBezTo>
                  <a:pt x="52" y="99"/>
                  <a:pt x="52" y="99"/>
                  <a:pt x="52" y="99"/>
                </a:cubicBezTo>
                <a:cubicBezTo>
                  <a:pt x="72" y="86"/>
                  <a:pt x="97" y="75"/>
                  <a:pt x="127" y="64"/>
                </a:cubicBezTo>
                <a:cubicBezTo>
                  <a:pt x="127" y="64"/>
                  <a:pt x="127" y="64"/>
                  <a:pt x="127" y="64"/>
                </a:cubicBezTo>
                <a:cubicBezTo>
                  <a:pt x="99" y="72"/>
                  <a:pt x="71" y="82"/>
                  <a:pt x="44" y="94"/>
                </a:cubicBezTo>
                <a:cubicBezTo>
                  <a:pt x="44" y="94"/>
                  <a:pt x="44" y="94"/>
                  <a:pt x="44" y="94"/>
                </a:cubicBezTo>
                <a:cubicBezTo>
                  <a:pt x="43" y="90"/>
                  <a:pt x="43" y="90"/>
                  <a:pt x="43" y="90"/>
                </a:cubicBezTo>
                <a:cubicBezTo>
                  <a:pt x="52" y="85"/>
                  <a:pt x="62" y="80"/>
                  <a:pt x="73" y="75"/>
                </a:cubicBezTo>
                <a:cubicBezTo>
                  <a:pt x="73" y="75"/>
                  <a:pt x="73" y="75"/>
                  <a:pt x="73" y="75"/>
                </a:cubicBezTo>
                <a:cubicBezTo>
                  <a:pt x="47" y="86"/>
                  <a:pt x="23" y="98"/>
                  <a:pt x="2" y="111"/>
                </a:cubicBezTo>
                <a:cubicBezTo>
                  <a:pt x="2" y="111"/>
                  <a:pt x="2" y="111"/>
                  <a:pt x="2" y="111"/>
                </a:cubicBezTo>
                <a:cubicBezTo>
                  <a:pt x="2" y="111"/>
                  <a:pt x="2" y="111"/>
                  <a:pt x="2" y="111"/>
                </a:cubicBezTo>
                <a:cubicBezTo>
                  <a:pt x="0" y="107"/>
                  <a:pt x="0" y="107"/>
                  <a:pt x="0" y="107"/>
                </a:cubicBezTo>
                <a:cubicBezTo>
                  <a:pt x="87" y="53"/>
                  <a:pt x="223" y="18"/>
                  <a:pt x="348" y="21"/>
                </a:cubicBezTo>
                <a:cubicBezTo>
                  <a:pt x="348" y="21"/>
                  <a:pt x="348" y="21"/>
                  <a:pt x="348" y="21"/>
                </a:cubicBezTo>
                <a:cubicBezTo>
                  <a:pt x="353" y="21"/>
                  <a:pt x="359" y="21"/>
                  <a:pt x="365" y="21"/>
                </a:cubicBezTo>
                <a:cubicBezTo>
                  <a:pt x="365" y="21"/>
                  <a:pt x="365" y="21"/>
                  <a:pt x="365" y="21"/>
                </a:cubicBezTo>
                <a:cubicBezTo>
                  <a:pt x="373" y="21"/>
                  <a:pt x="381" y="21"/>
                  <a:pt x="389" y="21"/>
                </a:cubicBezTo>
                <a:cubicBezTo>
                  <a:pt x="389" y="21"/>
                  <a:pt x="389" y="21"/>
                  <a:pt x="389" y="21"/>
                </a:cubicBezTo>
                <a:cubicBezTo>
                  <a:pt x="414" y="21"/>
                  <a:pt x="438" y="23"/>
                  <a:pt x="460" y="27"/>
                </a:cubicBezTo>
                <a:cubicBezTo>
                  <a:pt x="460" y="27"/>
                  <a:pt x="460" y="27"/>
                  <a:pt x="460" y="27"/>
                </a:cubicBezTo>
                <a:cubicBezTo>
                  <a:pt x="466" y="20"/>
                  <a:pt x="472" y="11"/>
                  <a:pt x="477" y="3"/>
                </a:cubicBezTo>
                <a:cubicBezTo>
                  <a:pt x="477" y="3"/>
                  <a:pt x="477" y="3"/>
                  <a:pt x="477" y="3"/>
                </a:cubicBezTo>
                <a:cubicBezTo>
                  <a:pt x="478" y="0"/>
                  <a:pt x="478" y="0"/>
                  <a:pt x="478" y="0"/>
                </a:cubicBezTo>
                <a:cubicBezTo>
                  <a:pt x="480" y="2"/>
                  <a:pt x="480" y="2"/>
                  <a:pt x="480" y="2"/>
                </a:cubicBezTo>
                <a:cubicBezTo>
                  <a:pt x="501" y="18"/>
                  <a:pt x="524" y="38"/>
                  <a:pt x="543" y="58"/>
                </a:cubicBezTo>
                <a:cubicBezTo>
                  <a:pt x="543" y="58"/>
                  <a:pt x="543" y="58"/>
                  <a:pt x="543" y="58"/>
                </a:cubicBezTo>
                <a:cubicBezTo>
                  <a:pt x="547" y="61"/>
                  <a:pt x="547" y="61"/>
                  <a:pt x="547" y="61"/>
                </a:cubicBezTo>
                <a:cubicBezTo>
                  <a:pt x="545" y="61"/>
                  <a:pt x="545" y="61"/>
                  <a:pt x="545" y="61"/>
                </a:cubicBezTo>
                <a:cubicBezTo>
                  <a:pt x="547" y="63"/>
                  <a:pt x="548" y="64"/>
                  <a:pt x="550" y="66"/>
                </a:cubicBezTo>
                <a:cubicBezTo>
                  <a:pt x="550" y="66"/>
                  <a:pt x="550" y="66"/>
                  <a:pt x="550" y="66"/>
                </a:cubicBezTo>
                <a:cubicBezTo>
                  <a:pt x="553" y="70"/>
                  <a:pt x="553" y="70"/>
                  <a:pt x="553" y="70"/>
                </a:cubicBezTo>
                <a:cubicBezTo>
                  <a:pt x="548" y="70"/>
                  <a:pt x="548" y="70"/>
                  <a:pt x="548" y="70"/>
                </a:cubicBezTo>
                <a:close/>
                <a:moveTo>
                  <a:pt x="540" y="65"/>
                </a:moveTo>
                <a:cubicBezTo>
                  <a:pt x="541" y="65"/>
                  <a:pt x="542" y="65"/>
                  <a:pt x="544" y="65"/>
                </a:cubicBezTo>
                <a:cubicBezTo>
                  <a:pt x="544" y="65"/>
                  <a:pt x="544" y="65"/>
                  <a:pt x="544" y="65"/>
                </a:cubicBezTo>
                <a:cubicBezTo>
                  <a:pt x="542" y="64"/>
                  <a:pt x="541" y="63"/>
                  <a:pt x="540" y="61"/>
                </a:cubicBezTo>
                <a:cubicBezTo>
                  <a:pt x="540" y="61"/>
                  <a:pt x="540" y="61"/>
                  <a:pt x="540" y="61"/>
                </a:cubicBezTo>
                <a:cubicBezTo>
                  <a:pt x="537" y="61"/>
                  <a:pt x="533" y="61"/>
                  <a:pt x="530" y="62"/>
                </a:cubicBezTo>
                <a:cubicBezTo>
                  <a:pt x="530" y="62"/>
                  <a:pt x="530" y="62"/>
                  <a:pt x="530" y="62"/>
                </a:cubicBezTo>
                <a:cubicBezTo>
                  <a:pt x="529" y="63"/>
                  <a:pt x="529" y="63"/>
                  <a:pt x="529" y="63"/>
                </a:cubicBezTo>
                <a:cubicBezTo>
                  <a:pt x="528" y="63"/>
                  <a:pt x="526" y="62"/>
                  <a:pt x="525" y="62"/>
                </a:cubicBezTo>
                <a:cubicBezTo>
                  <a:pt x="525" y="62"/>
                  <a:pt x="525" y="62"/>
                  <a:pt x="525" y="62"/>
                </a:cubicBezTo>
                <a:cubicBezTo>
                  <a:pt x="500" y="63"/>
                  <a:pt x="476" y="68"/>
                  <a:pt x="452" y="73"/>
                </a:cubicBezTo>
                <a:cubicBezTo>
                  <a:pt x="452" y="73"/>
                  <a:pt x="452" y="73"/>
                  <a:pt x="452" y="73"/>
                </a:cubicBezTo>
                <a:cubicBezTo>
                  <a:pt x="481" y="69"/>
                  <a:pt x="510" y="65"/>
                  <a:pt x="540" y="65"/>
                </a:cubicBezTo>
                <a:close/>
                <a:moveTo>
                  <a:pt x="534" y="57"/>
                </a:moveTo>
                <a:cubicBezTo>
                  <a:pt x="524" y="51"/>
                  <a:pt x="513" y="46"/>
                  <a:pt x="500" y="42"/>
                </a:cubicBezTo>
                <a:cubicBezTo>
                  <a:pt x="500" y="42"/>
                  <a:pt x="500" y="42"/>
                  <a:pt x="500" y="42"/>
                </a:cubicBezTo>
                <a:cubicBezTo>
                  <a:pt x="500" y="42"/>
                  <a:pt x="500" y="43"/>
                  <a:pt x="500" y="43"/>
                </a:cubicBezTo>
                <a:cubicBezTo>
                  <a:pt x="500" y="43"/>
                  <a:pt x="500" y="43"/>
                  <a:pt x="500" y="43"/>
                </a:cubicBezTo>
                <a:cubicBezTo>
                  <a:pt x="505" y="45"/>
                  <a:pt x="510" y="47"/>
                  <a:pt x="515" y="49"/>
                </a:cubicBezTo>
                <a:cubicBezTo>
                  <a:pt x="515" y="49"/>
                  <a:pt x="515" y="49"/>
                  <a:pt x="515" y="49"/>
                </a:cubicBezTo>
                <a:cubicBezTo>
                  <a:pt x="515" y="49"/>
                  <a:pt x="515" y="49"/>
                  <a:pt x="515" y="49"/>
                </a:cubicBezTo>
                <a:cubicBezTo>
                  <a:pt x="516" y="49"/>
                  <a:pt x="516" y="49"/>
                  <a:pt x="516" y="49"/>
                </a:cubicBezTo>
                <a:cubicBezTo>
                  <a:pt x="516" y="49"/>
                  <a:pt x="516" y="50"/>
                  <a:pt x="516" y="51"/>
                </a:cubicBezTo>
                <a:cubicBezTo>
                  <a:pt x="516" y="51"/>
                  <a:pt x="516" y="51"/>
                  <a:pt x="516" y="51"/>
                </a:cubicBezTo>
                <a:cubicBezTo>
                  <a:pt x="516" y="52"/>
                  <a:pt x="516" y="52"/>
                  <a:pt x="516" y="52"/>
                </a:cubicBezTo>
                <a:cubicBezTo>
                  <a:pt x="516" y="52"/>
                  <a:pt x="516" y="52"/>
                  <a:pt x="516" y="52"/>
                </a:cubicBezTo>
                <a:cubicBezTo>
                  <a:pt x="520" y="54"/>
                  <a:pt x="524" y="56"/>
                  <a:pt x="527" y="58"/>
                </a:cubicBezTo>
                <a:cubicBezTo>
                  <a:pt x="527" y="58"/>
                  <a:pt x="527" y="58"/>
                  <a:pt x="527" y="58"/>
                </a:cubicBezTo>
                <a:cubicBezTo>
                  <a:pt x="529" y="57"/>
                  <a:pt x="532" y="57"/>
                  <a:pt x="534" y="57"/>
                </a:cubicBezTo>
                <a:close/>
                <a:moveTo>
                  <a:pt x="529" y="50"/>
                </a:moveTo>
                <a:cubicBezTo>
                  <a:pt x="514" y="34"/>
                  <a:pt x="496" y="19"/>
                  <a:pt x="479" y="7"/>
                </a:cubicBezTo>
                <a:cubicBezTo>
                  <a:pt x="479" y="7"/>
                  <a:pt x="479" y="7"/>
                  <a:pt x="479" y="7"/>
                </a:cubicBezTo>
                <a:cubicBezTo>
                  <a:pt x="476" y="12"/>
                  <a:pt x="473" y="17"/>
                  <a:pt x="469" y="22"/>
                </a:cubicBezTo>
                <a:cubicBezTo>
                  <a:pt x="469" y="22"/>
                  <a:pt x="469" y="22"/>
                  <a:pt x="469" y="22"/>
                </a:cubicBezTo>
                <a:cubicBezTo>
                  <a:pt x="471" y="21"/>
                  <a:pt x="472" y="19"/>
                  <a:pt x="474" y="18"/>
                </a:cubicBezTo>
                <a:cubicBezTo>
                  <a:pt x="474" y="18"/>
                  <a:pt x="474" y="18"/>
                  <a:pt x="474" y="18"/>
                </a:cubicBezTo>
                <a:cubicBezTo>
                  <a:pt x="477" y="21"/>
                  <a:pt x="477" y="21"/>
                  <a:pt x="477" y="21"/>
                </a:cubicBezTo>
                <a:cubicBezTo>
                  <a:pt x="475" y="23"/>
                  <a:pt x="473" y="26"/>
                  <a:pt x="471" y="30"/>
                </a:cubicBezTo>
                <a:cubicBezTo>
                  <a:pt x="471" y="30"/>
                  <a:pt x="471" y="30"/>
                  <a:pt x="471" y="30"/>
                </a:cubicBezTo>
                <a:cubicBezTo>
                  <a:pt x="477" y="31"/>
                  <a:pt x="482" y="32"/>
                  <a:pt x="487" y="33"/>
                </a:cubicBezTo>
                <a:cubicBezTo>
                  <a:pt x="487" y="33"/>
                  <a:pt x="487" y="33"/>
                  <a:pt x="487" y="33"/>
                </a:cubicBezTo>
                <a:cubicBezTo>
                  <a:pt x="489" y="33"/>
                  <a:pt x="491" y="34"/>
                  <a:pt x="492" y="34"/>
                </a:cubicBezTo>
                <a:cubicBezTo>
                  <a:pt x="492" y="34"/>
                  <a:pt x="492" y="34"/>
                  <a:pt x="492" y="34"/>
                </a:cubicBezTo>
                <a:cubicBezTo>
                  <a:pt x="492" y="35"/>
                  <a:pt x="492" y="35"/>
                  <a:pt x="492" y="35"/>
                </a:cubicBezTo>
                <a:cubicBezTo>
                  <a:pt x="494" y="35"/>
                  <a:pt x="495" y="36"/>
                  <a:pt x="497" y="36"/>
                </a:cubicBezTo>
                <a:cubicBezTo>
                  <a:pt x="497" y="36"/>
                  <a:pt x="497" y="36"/>
                  <a:pt x="497" y="36"/>
                </a:cubicBezTo>
                <a:cubicBezTo>
                  <a:pt x="497" y="36"/>
                  <a:pt x="498" y="36"/>
                  <a:pt x="498" y="35"/>
                </a:cubicBezTo>
                <a:cubicBezTo>
                  <a:pt x="498" y="35"/>
                  <a:pt x="498" y="35"/>
                  <a:pt x="498" y="35"/>
                </a:cubicBezTo>
                <a:cubicBezTo>
                  <a:pt x="500" y="34"/>
                  <a:pt x="500" y="34"/>
                  <a:pt x="500" y="34"/>
                </a:cubicBezTo>
                <a:cubicBezTo>
                  <a:pt x="501" y="36"/>
                  <a:pt x="501" y="36"/>
                  <a:pt x="501" y="36"/>
                </a:cubicBezTo>
                <a:cubicBezTo>
                  <a:pt x="502" y="36"/>
                  <a:pt x="502" y="37"/>
                  <a:pt x="502" y="38"/>
                </a:cubicBezTo>
                <a:cubicBezTo>
                  <a:pt x="502" y="38"/>
                  <a:pt x="502" y="38"/>
                  <a:pt x="502" y="38"/>
                </a:cubicBezTo>
                <a:cubicBezTo>
                  <a:pt x="502" y="38"/>
                  <a:pt x="502" y="38"/>
                  <a:pt x="502" y="38"/>
                </a:cubicBezTo>
                <a:cubicBezTo>
                  <a:pt x="502" y="38"/>
                  <a:pt x="502" y="38"/>
                  <a:pt x="502" y="38"/>
                </a:cubicBezTo>
                <a:cubicBezTo>
                  <a:pt x="511" y="41"/>
                  <a:pt x="521" y="45"/>
                  <a:pt x="529" y="50"/>
                </a:cubicBezTo>
                <a:close/>
                <a:moveTo>
                  <a:pt x="496" y="41"/>
                </a:moveTo>
                <a:cubicBezTo>
                  <a:pt x="496" y="41"/>
                  <a:pt x="496" y="42"/>
                  <a:pt x="495" y="42"/>
                </a:cubicBezTo>
                <a:cubicBezTo>
                  <a:pt x="495" y="42"/>
                  <a:pt x="495" y="42"/>
                  <a:pt x="495" y="42"/>
                </a:cubicBezTo>
                <a:cubicBezTo>
                  <a:pt x="495" y="42"/>
                  <a:pt x="496" y="42"/>
                  <a:pt x="496" y="42"/>
                </a:cubicBezTo>
                <a:cubicBezTo>
                  <a:pt x="496" y="42"/>
                  <a:pt x="496" y="42"/>
                  <a:pt x="496" y="42"/>
                </a:cubicBezTo>
                <a:cubicBezTo>
                  <a:pt x="496" y="42"/>
                  <a:pt x="496" y="42"/>
                  <a:pt x="496" y="41"/>
                </a:cubicBezTo>
                <a:close/>
                <a:moveTo>
                  <a:pt x="494" y="49"/>
                </a:moveTo>
                <a:cubicBezTo>
                  <a:pt x="494" y="50"/>
                  <a:pt x="494" y="50"/>
                  <a:pt x="494" y="50"/>
                </a:cubicBezTo>
                <a:cubicBezTo>
                  <a:pt x="494" y="50"/>
                  <a:pt x="494" y="50"/>
                  <a:pt x="494" y="50"/>
                </a:cubicBezTo>
                <a:cubicBezTo>
                  <a:pt x="494" y="50"/>
                  <a:pt x="494" y="50"/>
                  <a:pt x="494" y="50"/>
                </a:cubicBezTo>
                <a:cubicBezTo>
                  <a:pt x="494" y="49"/>
                  <a:pt x="494" y="49"/>
                  <a:pt x="494" y="49"/>
                </a:cubicBezTo>
                <a:close/>
                <a:moveTo>
                  <a:pt x="493" y="48"/>
                </a:moveTo>
                <a:cubicBezTo>
                  <a:pt x="493" y="49"/>
                  <a:pt x="493" y="49"/>
                  <a:pt x="493" y="49"/>
                </a:cubicBezTo>
                <a:cubicBezTo>
                  <a:pt x="493" y="48"/>
                  <a:pt x="493" y="48"/>
                  <a:pt x="493" y="48"/>
                </a:cubicBezTo>
                <a:close/>
                <a:moveTo>
                  <a:pt x="492" y="47"/>
                </a:moveTo>
                <a:cubicBezTo>
                  <a:pt x="490" y="47"/>
                  <a:pt x="489" y="46"/>
                  <a:pt x="487" y="46"/>
                </a:cubicBezTo>
                <a:cubicBezTo>
                  <a:pt x="487" y="46"/>
                  <a:pt x="487" y="46"/>
                  <a:pt x="487" y="46"/>
                </a:cubicBezTo>
                <a:cubicBezTo>
                  <a:pt x="486" y="46"/>
                  <a:pt x="484" y="47"/>
                  <a:pt x="483" y="47"/>
                </a:cubicBezTo>
                <a:cubicBezTo>
                  <a:pt x="483" y="47"/>
                  <a:pt x="483" y="47"/>
                  <a:pt x="483" y="47"/>
                </a:cubicBezTo>
                <a:cubicBezTo>
                  <a:pt x="486" y="48"/>
                  <a:pt x="488" y="48"/>
                  <a:pt x="491" y="49"/>
                </a:cubicBezTo>
                <a:cubicBezTo>
                  <a:pt x="491" y="49"/>
                  <a:pt x="491" y="49"/>
                  <a:pt x="491" y="49"/>
                </a:cubicBezTo>
                <a:cubicBezTo>
                  <a:pt x="491" y="48"/>
                  <a:pt x="492" y="48"/>
                  <a:pt x="492" y="47"/>
                </a:cubicBezTo>
                <a:close/>
                <a:moveTo>
                  <a:pt x="492" y="39"/>
                </a:moveTo>
                <a:cubicBezTo>
                  <a:pt x="490" y="39"/>
                  <a:pt x="488" y="38"/>
                  <a:pt x="487" y="38"/>
                </a:cubicBezTo>
                <a:cubicBezTo>
                  <a:pt x="487" y="38"/>
                  <a:pt x="487" y="38"/>
                  <a:pt x="487" y="38"/>
                </a:cubicBezTo>
                <a:cubicBezTo>
                  <a:pt x="484" y="37"/>
                  <a:pt x="482" y="37"/>
                  <a:pt x="480" y="37"/>
                </a:cubicBezTo>
                <a:cubicBezTo>
                  <a:pt x="480" y="37"/>
                  <a:pt x="480" y="37"/>
                  <a:pt x="480" y="37"/>
                </a:cubicBezTo>
                <a:cubicBezTo>
                  <a:pt x="483" y="38"/>
                  <a:pt x="486" y="39"/>
                  <a:pt x="490" y="40"/>
                </a:cubicBezTo>
                <a:cubicBezTo>
                  <a:pt x="490" y="40"/>
                  <a:pt x="490" y="40"/>
                  <a:pt x="490" y="40"/>
                </a:cubicBezTo>
                <a:cubicBezTo>
                  <a:pt x="490" y="40"/>
                  <a:pt x="491" y="39"/>
                  <a:pt x="492" y="39"/>
                </a:cubicBezTo>
                <a:close/>
                <a:moveTo>
                  <a:pt x="481" y="44"/>
                </a:moveTo>
                <a:cubicBezTo>
                  <a:pt x="476" y="42"/>
                  <a:pt x="471" y="41"/>
                  <a:pt x="466" y="40"/>
                </a:cubicBezTo>
                <a:cubicBezTo>
                  <a:pt x="466" y="40"/>
                  <a:pt x="466" y="40"/>
                  <a:pt x="466" y="40"/>
                </a:cubicBezTo>
                <a:cubicBezTo>
                  <a:pt x="465" y="41"/>
                  <a:pt x="464" y="42"/>
                  <a:pt x="463" y="44"/>
                </a:cubicBezTo>
                <a:cubicBezTo>
                  <a:pt x="463" y="44"/>
                  <a:pt x="463" y="44"/>
                  <a:pt x="463" y="44"/>
                </a:cubicBezTo>
                <a:cubicBezTo>
                  <a:pt x="467" y="44"/>
                  <a:pt x="472" y="45"/>
                  <a:pt x="476" y="46"/>
                </a:cubicBezTo>
                <a:cubicBezTo>
                  <a:pt x="476" y="46"/>
                  <a:pt x="476" y="46"/>
                  <a:pt x="476" y="46"/>
                </a:cubicBezTo>
                <a:cubicBezTo>
                  <a:pt x="477" y="45"/>
                  <a:pt x="479" y="45"/>
                  <a:pt x="481" y="44"/>
                </a:cubicBezTo>
                <a:close/>
                <a:moveTo>
                  <a:pt x="468" y="49"/>
                </a:moveTo>
                <a:cubicBezTo>
                  <a:pt x="466" y="48"/>
                  <a:pt x="463" y="48"/>
                  <a:pt x="461" y="48"/>
                </a:cubicBezTo>
                <a:cubicBezTo>
                  <a:pt x="461" y="48"/>
                  <a:pt x="461" y="48"/>
                  <a:pt x="461" y="48"/>
                </a:cubicBezTo>
                <a:cubicBezTo>
                  <a:pt x="460" y="49"/>
                  <a:pt x="459" y="51"/>
                  <a:pt x="458" y="53"/>
                </a:cubicBezTo>
                <a:cubicBezTo>
                  <a:pt x="458" y="53"/>
                  <a:pt x="458" y="53"/>
                  <a:pt x="458" y="53"/>
                </a:cubicBezTo>
                <a:cubicBezTo>
                  <a:pt x="461" y="51"/>
                  <a:pt x="465" y="50"/>
                  <a:pt x="468" y="49"/>
                </a:cubicBezTo>
                <a:close/>
                <a:moveTo>
                  <a:pt x="465" y="32"/>
                </a:moveTo>
                <a:cubicBezTo>
                  <a:pt x="464" y="32"/>
                  <a:pt x="464" y="32"/>
                  <a:pt x="463" y="32"/>
                </a:cubicBezTo>
                <a:cubicBezTo>
                  <a:pt x="463" y="32"/>
                  <a:pt x="463" y="32"/>
                  <a:pt x="463" y="32"/>
                </a:cubicBezTo>
                <a:cubicBezTo>
                  <a:pt x="463" y="32"/>
                  <a:pt x="463" y="33"/>
                  <a:pt x="462" y="33"/>
                </a:cubicBezTo>
                <a:cubicBezTo>
                  <a:pt x="462" y="33"/>
                  <a:pt x="462" y="33"/>
                  <a:pt x="462" y="33"/>
                </a:cubicBezTo>
                <a:cubicBezTo>
                  <a:pt x="463" y="33"/>
                  <a:pt x="464" y="33"/>
                  <a:pt x="465" y="33"/>
                </a:cubicBezTo>
                <a:cubicBezTo>
                  <a:pt x="465" y="33"/>
                  <a:pt x="465" y="33"/>
                  <a:pt x="465" y="33"/>
                </a:cubicBezTo>
                <a:cubicBezTo>
                  <a:pt x="465" y="33"/>
                  <a:pt x="465" y="33"/>
                  <a:pt x="465" y="32"/>
                </a:cubicBezTo>
                <a:close/>
                <a:moveTo>
                  <a:pt x="462" y="39"/>
                </a:moveTo>
                <a:cubicBezTo>
                  <a:pt x="460" y="38"/>
                  <a:pt x="459" y="38"/>
                  <a:pt x="457" y="37"/>
                </a:cubicBezTo>
                <a:cubicBezTo>
                  <a:pt x="457" y="37"/>
                  <a:pt x="457" y="37"/>
                  <a:pt x="457" y="37"/>
                </a:cubicBezTo>
                <a:cubicBezTo>
                  <a:pt x="456" y="39"/>
                  <a:pt x="454" y="41"/>
                  <a:pt x="453" y="42"/>
                </a:cubicBezTo>
                <a:cubicBezTo>
                  <a:pt x="453" y="42"/>
                  <a:pt x="453" y="42"/>
                  <a:pt x="453" y="42"/>
                </a:cubicBezTo>
                <a:cubicBezTo>
                  <a:pt x="455" y="42"/>
                  <a:pt x="457" y="43"/>
                  <a:pt x="459" y="43"/>
                </a:cubicBezTo>
                <a:cubicBezTo>
                  <a:pt x="459" y="43"/>
                  <a:pt x="459" y="43"/>
                  <a:pt x="459" y="43"/>
                </a:cubicBezTo>
                <a:cubicBezTo>
                  <a:pt x="460" y="42"/>
                  <a:pt x="461" y="40"/>
                  <a:pt x="462" y="39"/>
                </a:cubicBezTo>
                <a:close/>
                <a:moveTo>
                  <a:pt x="457" y="31"/>
                </a:moveTo>
                <a:cubicBezTo>
                  <a:pt x="446" y="29"/>
                  <a:pt x="435" y="28"/>
                  <a:pt x="423" y="27"/>
                </a:cubicBezTo>
                <a:cubicBezTo>
                  <a:pt x="423" y="27"/>
                  <a:pt x="423" y="27"/>
                  <a:pt x="423" y="27"/>
                </a:cubicBezTo>
                <a:cubicBezTo>
                  <a:pt x="425" y="27"/>
                  <a:pt x="426" y="27"/>
                  <a:pt x="428" y="27"/>
                </a:cubicBezTo>
                <a:cubicBezTo>
                  <a:pt x="428" y="27"/>
                  <a:pt x="428" y="27"/>
                  <a:pt x="428" y="27"/>
                </a:cubicBezTo>
                <a:cubicBezTo>
                  <a:pt x="437" y="29"/>
                  <a:pt x="447" y="30"/>
                  <a:pt x="456" y="32"/>
                </a:cubicBezTo>
                <a:cubicBezTo>
                  <a:pt x="456" y="32"/>
                  <a:pt x="456" y="32"/>
                  <a:pt x="456" y="32"/>
                </a:cubicBezTo>
                <a:cubicBezTo>
                  <a:pt x="457" y="32"/>
                  <a:pt x="457" y="31"/>
                  <a:pt x="457" y="31"/>
                </a:cubicBezTo>
                <a:close/>
                <a:moveTo>
                  <a:pt x="451" y="37"/>
                </a:moveTo>
                <a:cubicBezTo>
                  <a:pt x="360" y="36"/>
                  <a:pt x="268" y="36"/>
                  <a:pt x="180" y="52"/>
                </a:cubicBezTo>
                <a:cubicBezTo>
                  <a:pt x="180" y="52"/>
                  <a:pt x="180" y="52"/>
                  <a:pt x="180" y="52"/>
                </a:cubicBezTo>
                <a:cubicBezTo>
                  <a:pt x="136" y="64"/>
                  <a:pt x="96" y="79"/>
                  <a:pt x="66" y="95"/>
                </a:cubicBezTo>
                <a:cubicBezTo>
                  <a:pt x="66" y="95"/>
                  <a:pt x="66" y="95"/>
                  <a:pt x="66" y="95"/>
                </a:cubicBezTo>
                <a:cubicBezTo>
                  <a:pt x="180" y="68"/>
                  <a:pt x="281" y="35"/>
                  <a:pt x="391" y="37"/>
                </a:cubicBezTo>
                <a:cubicBezTo>
                  <a:pt x="391" y="37"/>
                  <a:pt x="391" y="37"/>
                  <a:pt x="391" y="37"/>
                </a:cubicBezTo>
                <a:cubicBezTo>
                  <a:pt x="409" y="38"/>
                  <a:pt x="427" y="39"/>
                  <a:pt x="445" y="41"/>
                </a:cubicBezTo>
                <a:cubicBezTo>
                  <a:pt x="445" y="41"/>
                  <a:pt x="445" y="41"/>
                  <a:pt x="445" y="41"/>
                </a:cubicBezTo>
                <a:cubicBezTo>
                  <a:pt x="447" y="40"/>
                  <a:pt x="449" y="38"/>
                  <a:pt x="451" y="37"/>
                </a:cubicBezTo>
                <a:close/>
                <a:moveTo>
                  <a:pt x="434" y="33"/>
                </a:moveTo>
                <a:cubicBezTo>
                  <a:pt x="432" y="32"/>
                  <a:pt x="429" y="32"/>
                  <a:pt x="427" y="31"/>
                </a:cubicBezTo>
                <a:cubicBezTo>
                  <a:pt x="427" y="31"/>
                  <a:pt x="427" y="31"/>
                  <a:pt x="427" y="31"/>
                </a:cubicBezTo>
                <a:cubicBezTo>
                  <a:pt x="406" y="29"/>
                  <a:pt x="383" y="27"/>
                  <a:pt x="360" y="27"/>
                </a:cubicBezTo>
                <a:cubicBezTo>
                  <a:pt x="360" y="27"/>
                  <a:pt x="360" y="27"/>
                  <a:pt x="360" y="27"/>
                </a:cubicBezTo>
                <a:cubicBezTo>
                  <a:pt x="350" y="26"/>
                  <a:pt x="340" y="27"/>
                  <a:pt x="330" y="27"/>
                </a:cubicBezTo>
                <a:cubicBezTo>
                  <a:pt x="330" y="27"/>
                  <a:pt x="330" y="27"/>
                  <a:pt x="330" y="27"/>
                </a:cubicBezTo>
                <a:cubicBezTo>
                  <a:pt x="297" y="29"/>
                  <a:pt x="264" y="34"/>
                  <a:pt x="232" y="40"/>
                </a:cubicBezTo>
                <a:cubicBezTo>
                  <a:pt x="232" y="40"/>
                  <a:pt x="232" y="40"/>
                  <a:pt x="232" y="40"/>
                </a:cubicBezTo>
                <a:cubicBezTo>
                  <a:pt x="298" y="32"/>
                  <a:pt x="366" y="32"/>
                  <a:pt x="434" y="33"/>
                </a:cubicBezTo>
                <a:close/>
                <a:moveTo>
                  <a:pt x="241" y="34"/>
                </a:moveTo>
                <a:cubicBezTo>
                  <a:pt x="196" y="41"/>
                  <a:pt x="153" y="51"/>
                  <a:pt x="115" y="63"/>
                </a:cubicBezTo>
                <a:cubicBezTo>
                  <a:pt x="115" y="63"/>
                  <a:pt x="115" y="63"/>
                  <a:pt x="115" y="63"/>
                </a:cubicBezTo>
                <a:cubicBezTo>
                  <a:pt x="136" y="57"/>
                  <a:pt x="157" y="52"/>
                  <a:pt x="179" y="48"/>
                </a:cubicBezTo>
                <a:cubicBezTo>
                  <a:pt x="179" y="48"/>
                  <a:pt x="179" y="48"/>
                  <a:pt x="179" y="48"/>
                </a:cubicBezTo>
                <a:cubicBezTo>
                  <a:pt x="199" y="43"/>
                  <a:pt x="220" y="38"/>
                  <a:pt x="241" y="34"/>
                </a:cubicBezTo>
                <a:close/>
              </a:path>
            </a:pathLst>
          </a:custGeom>
          <a:solidFill>
            <a:srgbClr val="FFF4EB"/>
          </a:solidFill>
          <a:ln>
            <a:solidFill>
              <a:srgbClr val="FFC000"/>
            </a:solid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Graphik"/>
              <a:ea typeface="+mn-ea"/>
              <a:cs typeface="+mn-cs"/>
            </a:endParaRPr>
          </a:p>
        </p:txBody>
      </p:sp>
      <p:sp>
        <p:nvSpPr>
          <p:cNvPr id="43" name="Speech Bubble: Rectangle 42">
            <a:extLst>
              <a:ext uri="{FF2B5EF4-FFF2-40B4-BE49-F238E27FC236}">
                <a16:creationId xmlns:a16="http://schemas.microsoft.com/office/drawing/2014/main" id="{D2528F7D-2D2B-7B8D-6C50-DEBC7DA887B6}"/>
              </a:ext>
            </a:extLst>
          </p:cNvPr>
          <p:cNvSpPr/>
          <p:nvPr/>
        </p:nvSpPr>
        <p:spPr>
          <a:xfrm>
            <a:off x="4683298" y="5575841"/>
            <a:ext cx="2304000" cy="484151"/>
          </a:xfrm>
          <a:prstGeom prst="wedgeRectCallout">
            <a:avLst>
              <a:gd name="adj1" fmla="val -34936"/>
              <a:gd name="adj2" fmla="val -86769"/>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Si hay </a:t>
            </a:r>
            <a:r>
              <a:rPr kumimoji="0" lang="es-ES" sz="800" b="1" i="0" u="none" strike="noStrike" kern="1200" cap="none" spc="0" normalizeH="0" baseline="0" noProof="0">
                <a:ln>
                  <a:noFill/>
                </a:ln>
                <a:solidFill>
                  <a:srgbClr val="000000"/>
                </a:solidFill>
                <a:effectLst/>
                <a:uLnTx/>
                <a:uFillTx/>
                <a:latin typeface="Arial" panose="020B0604020202020204"/>
                <a:ea typeface="+mn-ea"/>
                <a:cs typeface="+mn-cs"/>
              </a:rPr>
              <a:t>CENTRALITA se realizan 2 visitas del instalador</a:t>
            </a: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 en la </a:t>
            </a:r>
            <a:r>
              <a:rPr kumimoji="0" lang="es-ES" sz="800" b="1" i="0" u="none" strike="noStrike" kern="1200" cap="none" spc="0" normalizeH="0" baseline="0" noProof="0">
                <a:ln>
                  <a:noFill/>
                </a:ln>
                <a:solidFill>
                  <a:srgbClr val="000000"/>
                </a:solidFill>
                <a:effectLst/>
                <a:uLnTx/>
                <a:uFillTx/>
                <a:latin typeface="Arial" panose="020B0604020202020204"/>
                <a:ea typeface="+mn-ea"/>
                <a:cs typeface="+mn-cs"/>
              </a:rPr>
              <a:t>primera visita </a:t>
            </a: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(día 2) instala acometida y entrega los terminales fijos</a:t>
            </a:r>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4" name="Speech Bubble: Rectangle 43">
            <a:extLst>
              <a:ext uri="{FF2B5EF4-FFF2-40B4-BE49-F238E27FC236}">
                <a16:creationId xmlns:a16="http://schemas.microsoft.com/office/drawing/2014/main" id="{E20956D8-7F06-4733-478D-B5E96DF2113D}"/>
              </a:ext>
            </a:extLst>
          </p:cNvPr>
          <p:cNvSpPr/>
          <p:nvPr/>
        </p:nvSpPr>
        <p:spPr>
          <a:xfrm>
            <a:off x="6909587" y="4780142"/>
            <a:ext cx="2304000" cy="484151"/>
          </a:xfrm>
          <a:prstGeom prst="wedgeRectCallout">
            <a:avLst>
              <a:gd name="adj1" fmla="val -34936"/>
              <a:gd name="adj2" fmla="val -86769"/>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En la </a:t>
            </a:r>
            <a:r>
              <a:rPr kumimoji="0" lang="es-ES" sz="800" b="1" i="0" u="none" strike="noStrike" kern="1200" cap="none" spc="0" normalizeH="0" baseline="0" noProof="0">
                <a:ln>
                  <a:noFill/>
                </a:ln>
                <a:solidFill>
                  <a:srgbClr val="000000"/>
                </a:solidFill>
                <a:effectLst/>
                <a:uLnTx/>
                <a:uFillTx/>
                <a:latin typeface="Arial" panose="020B0604020202020204"/>
                <a:ea typeface="+mn-ea"/>
                <a:cs typeface="+mn-cs"/>
              </a:rPr>
              <a:t>segunda visita</a:t>
            </a: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 (día 4) el instalador instala los puestos fijos y el gestor de provisión realiza la configuración inicial</a:t>
            </a:r>
            <a:r>
              <a:rPr kumimoji="0" lang="es-ES" sz="800" b="0" i="0" u="none" strike="noStrike" kern="1200" cap="none" spc="0" normalizeH="0" baseline="30000" noProof="0">
                <a:ln>
                  <a:noFill/>
                </a:ln>
                <a:solidFill>
                  <a:srgbClr val="000000"/>
                </a:solidFill>
                <a:effectLst/>
                <a:uLnTx/>
                <a:uFillTx/>
                <a:latin typeface="Arial" panose="020B0604020202020204"/>
                <a:ea typeface="+mn-ea"/>
                <a:cs typeface="+mn-cs"/>
              </a:rPr>
              <a:t>2</a:t>
            </a:r>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45" name="Straight Connector 44">
            <a:extLst>
              <a:ext uri="{FF2B5EF4-FFF2-40B4-BE49-F238E27FC236}">
                <a16:creationId xmlns:a16="http://schemas.microsoft.com/office/drawing/2014/main" id="{01A75D3C-B5C8-FA41-D9A5-12CF61411A98}"/>
              </a:ext>
            </a:extLst>
          </p:cNvPr>
          <p:cNvCxnSpPr>
            <a:cxnSpLocks/>
          </p:cNvCxnSpPr>
          <p:nvPr/>
        </p:nvCxnSpPr>
        <p:spPr>
          <a:xfrm>
            <a:off x="6893573" y="2781973"/>
            <a:ext cx="0" cy="184717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EE9F462F-3A99-C3AF-513C-5922ADFE2403}"/>
              </a:ext>
            </a:extLst>
          </p:cNvPr>
          <p:cNvSpPr/>
          <p:nvPr/>
        </p:nvSpPr>
        <p:spPr>
          <a:xfrm>
            <a:off x="4604847" y="3646365"/>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Antes de las 16:00h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visita del técnico para instalar acometida en paralelo del Fijo</a:t>
            </a:r>
          </a:p>
          <a:p>
            <a:pPr marL="0" marR="0" lvl="0" indent="11113" algn="l" defTabSz="914400" rtl="0" eaLnBrk="1" fontAlgn="auto" latinLnBrk="0" hangingPunct="1">
              <a:lnSpc>
                <a:spcPct val="100000"/>
              </a:lnSpc>
              <a:spcBef>
                <a:spcPts val="0"/>
              </a:spcBef>
              <a:spcAft>
                <a:spcPts val="0"/>
              </a:spcAft>
              <a:buClrTx/>
              <a:buSzTx/>
              <a:buFontTx/>
              <a:buNone/>
              <a:tabLst/>
              <a:defRPr/>
            </a:pPr>
            <a:endPar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 partir de a las 19:00h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se asigna</a:t>
            </a: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VC provisional del Fijo (para el </a:t>
            </a:r>
            <a:r>
              <a:rPr kumimoji="0" lang="es-ES_tradnl" sz="900" b="0" i="1" u="none" strike="noStrike" kern="1200" cap="none" spc="0" normalizeH="0" baseline="0" noProof="0">
                <a:ln>
                  <a:noFill/>
                </a:ln>
                <a:solidFill>
                  <a:srgbClr val="000000"/>
                </a:solidFill>
                <a:effectLst/>
                <a:uLnTx/>
                <a:uFillTx/>
                <a:latin typeface="Arial" panose="020B0604020202020204"/>
                <a:ea typeface="+mn-ea"/>
                <a:cs typeface="+mn-cs"/>
              </a:rPr>
              <a:t>día 4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del proceso)</a:t>
            </a:r>
          </a:p>
        </p:txBody>
      </p:sp>
      <p:sp>
        <p:nvSpPr>
          <p:cNvPr id="49" name="Rectangle 48">
            <a:extLst>
              <a:ext uri="{FF2B5EF4-FFF2-40B4-BE49-F238E27FC236}">
                <a16:creationId xmlns:a16="http://schemas.microsoft.com/office/drawing/2014/main" id="{016F17AC-2C16-AFA6-F13F-60638EA651D4}"/>
              </a:ext>
            </a:extLst>
          </p:cNvPr>
          <p:cNvSpPr/>
          <p:nvPr/>
        </p:nvSpPr>
        <p:spPr>
          <a:xfrm>
            <a:off x="5751826" y="2948828"/>
            <a:ext cx="1024893"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 partir de las 15:00h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la VC del Fijo pasa a ser definitiva (para el </a:t>
            </a:r>
            <a:r>
              <a:rPr kumimoji="0" lang="es-ES_tradnl" sz="900" b="0" i="1" u="none" strike="noStrike" kern="1200" cap="none" spc="0" normalizeH="0" baseline="0" noProof="0">
                <a:ln>
                  <a:noFill/>
                </a:ln>
                <a:solidFill>
                  <a:srgbClr val="000000"/>
                </a:solidFill>
                <a:effectLst/>
                <a:uLnTx/>
                <a:uFillTx/>
                <a:latin typeface="Arial" panose="020B0604020202020204"/>
                <a:ea typeface="+mn-ea"/>
                <a:cs typeface="+mn-cs"/>
              </a:rPr>
              <a:t>día 4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del proceso). La orden alcanza el punto de no retorno </a:t>
            </a:r>
          </a:p>
        </p:txBody>
      </p:sp>
      <p:sp>
        <p:nvSpPr>
          <p:cNvPr id="4" name="Rectangle 3">
            <a:extLst>
              <a:ext uri="{FF2B5EF4-FFF2-40B4-BE49-F238E27FC236}">
                <a16:creationId xmlns:a16="http://schemas.microsoft.com/office/drawing/2014/main" id="{CDB3F94B-6902-1225-C258-C4446C8F9B4E}"/>
              </a:ext>
            </a:extLst>
          </p:cNvPr>
          <p:cNvSpPr/>
          <p:nvPr/>
        </p:nvSpPr>
        <p:spPr>
          <a:xfrm>
            <a:off x="3453516" y="2778464"/>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 sz="700" b="0" i="1" u="none" strike="noStrike" kern="1200" cap="none" spc="0" normalizeH="0" baseline="0" noProof="0">
                <a:ln>
                  <a:noFill/>
                </a:ln>
                <a:solidFill>
                  <a:srgbClr val="000000"/>
                </a:solidFill>
                <a:effectLst/>
                <a:uLnTx/>
                <a:uFillTx/>
                <a:latin typeface="Arial" panose="020B0604020202020204"/>
                <a:ea typeface="+mn-ea"/>
                <a:cs typeface="+mn-cs"/>
              </a:rPr>
              <a:t>Una vez el integrador envía el formulario BOC, se establece el día 1 con la confirmación del BOC de la orden: ‘en provisión’.</a:t>
            </a: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 sz="700" b="0" i="1" u="none" strike="noStrike" kern="1200" cap="none" spc="0" normalizeH="0" baseline="0" noProof="0">
                <a:ln>
                  <a:noFill/>
                </a:ln>
                <a:solidFill>
                  <a:srgbClr val="000000"/>
                </a:solidFill>
                <a:effectLst/>
                <a:uLnTx/>
                <a:uFillTx/>
                <a:latin typeface="Arial" panose="020B0604020202020204"/>
                <a:ea typeface="+mn-ea"/>
                <a:cs typeface="+mn-cs"/>
              </a:rPr>
              <a:t>Suele ser el mismo día del envío de formulario.</a:t>
            </a:r>
            <a:endParaRPr kumimoji="0" lang="es-ES_tradnl" sz="700" b="1" i="1"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705741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30B0B-34DB-A5A3-6F0A-7D639BEB5B89}"/>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2E51781-07C9-0833-BBDF-7F2901A0FC3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F2E51781-07C9-0833-BBDF-7F2901A0FC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FFE68D18-DDF6-BC0E-9C58-84CECBC20360}"/>
              </a:ext>
            </a:extLst>
          </p:cNvPr>
          <p:cNvSpPr/>
          <p:nvPr/>
        </p:nvSpPr>
        <p:spPr>
          <a:xfrm>
            <a:off x="0" y="1562827"/>
            <a:ext cx="2898179" cy="46771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s-ES" sz="1000" b="1" i="0" u="none" strike="noStrike" kern="1200" cap="none" spc="0" normalizeH="0" baseline="0" noProof="0">
              <a:ln>
                <a:noFill/>
              </a:ln>
              <a:solidFill>
                <a:srgbClr val="FF78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82754B6B-650D-9C4E-D95F-350A25A0F0CB}"/>
              </a:ext>
            </a:extLst>
          </p:cNvPr>
          <p:cNvSpPr>
            <a:spLocks noGrp="1"/>
          </p:cNvSpPr>
          <p:nvPr>
            <p:ph type="title"/>
          </p:nvPr>
        </p:nvSpPr>
        <p:spPr/>
        <p:txBody>
          <a:bodyPr vert="horz"/>
          <a:lstStyle/>
          <a:p>
            <a:r>
              <a:rPr lang="es-ES_tradnl" noProof="0"/>
              <a:t>Flujo de provisión – SOHO</a:t>
            </a:r>
          </a:p>
        </p:txBody>
      </p:sp>
      <p:sp>
        <p:nvSpPr>
          <p:cNvPr id="3" name="Subtitle 2">
            <a:extLst>
              <a:ext uri="{FF2B5EF4-FFF2-40B4-BE49-F238E27FC236}">
                <a16:creationId xmlns:a16="http://schemas.microsoft.com/office/drawing/2014/main" id="{9D5D50FE-9D5A-C08E-8E05-4E9997DA97A5}"/>
              </a:ext>
            </a:extLst>
          </p:cNvPr>
          <p:cNvSpPr>
            <a:spLocks noGrp="1"/>
          </p:cNvSpPr>
          <p:nvPr>
            <p:ph type="subTitle" idx="13"/>
          </p:nvPr>
        </p:nvSpPr>
        <p:spPr/>
        <p:txBody>
          <a:bodyPr/>
          <a:lstStyle/>
          <a:p>
            <a:r>
              <a:rPr lang="es-ES_tradnl" noProof="0"/>
              <a:t>Proceso completo desde la creación de la orden en Siebel hasta la activación final del cliente</a:t>
            </a:r>
          </a:p>
        </p:txBody>
      </p:sp>
      <p:sp>
        <p:nvSpPr>
          <p:cNvPr id="18" name="Rectangle 17">
            <a:extLst>
              <a:ext uri="{FF2B5EF4-FFF2-40B4-BE49-F238E27FC236}">
                <a16:creationId xmlns:a16="http://schemas.microsoft.com/office/drawing/2014/main" id="{C2808570-8B3D-9F30-CB0E-7192175C041C}"/>
              </a:ext>
            </a:extLst>
          </p:cNvPr>
          <p:cNvSpPr/>
          <p:nvPr/>
        </p:nvSpPr>
        <p:spPr>
          <a:xfrm>
            <a:off x="1863331" y="5054957"/>
            <a:ext cx="791882" cy="908717"/>
          </a:xfrm>
          <a:prstGeom prst="rect">
            <a:avLst/>
          </a:prstGeom>
          <a:solidFill>
            <a:schemeClr val="bg1"/>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Alta nueva</a:t>
            </a:r>
          </a:p>
        </p:txBody>
      </p:sp>
      <p:sp>
        <p:nvSpPr>
          <p:cNvPr id="21" name="Rectangle 20">
            <a:extLst>
              <a:ext uri="{FF2B5EF4-FFF2-40B4-BE49-F238E27FC236}">
                <a16:creationId xmlns:a16="http://schemas.microsoft.com/office/drawing/2014/main" id="{0B41E523-F2D6-85F9-04D8-1BC91C4FD322}"/>
              </a:ext>
            </a:extLst>
          </p:cNvPr>
          <p:cNvSpPr/>
          <p:nvPr/>
        </p:nvSpPr>
        <p:spPr>
          <a:xfrm>
            <a:off x="1215337" y="4015868"/>
            <a:ext cx="540866" cy="1947806"/>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MÓVIL</a:t>
            </a:r>
          </a:p>
        </p:txBody>
      </p:sp>
      <p:sp>
        <p:nvSpPr>
          <p:cNvPr id="24" name="Rectangle 23">
            <a:extLst>
              <a:ext uri="{FF2B5EF4-FFF2-40B4-BE49-F238E27FC236}">
                <a16:creationId xmlns:a16="http://schemas.microsoft.com/office/drawing/2014/main" id="{F31C45F5-BC2B-D43D-93F5-FF21E16A4769}"/>
              </a:ext>
            </a:extLst>
          </p:cNvPr>
          <p:cNvSpPr/>
          <p:nvPr/>
        </p:nvSpPr>
        <p:spPr>
          <a:xfrm>
            <a:off x="1863331" y="4015868"/>
            <a:ext cx="791882" cy="908717"/>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Portabilidad</a:t>
            </a:r>
          </a:p>
        </p:txBody>
      </p:sp>
      <p:sp>
        <p:nvSpPr>
          <p:cNvPr id="19" name="Rectangle 18">
            <a:extLst>
              <a:ext uri="{FF2B5EF4-FFF2-40B4-BE49-F238E27FC236}">
                <a16:creationId xmlns:a16="http://schemas.microsoft.com/office/drawing/2014/main" id="{27ABBB7A-8593-DECA-8A1D-7ABF845A8BB0}"/>
              </a:ext>
            </a:extLst>
          </p:cNvPr>
          <p:cNvSpPr/>
          <p:nvPr/>
        </p:nvSpPr>
        <p:spPr>
          <a:xfrm>
            <a:off x="1863331" y="2878176"/>
            <a:ext cx="791882" cy="908717"/>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Alta nueva</a:t>
            </a:r>
          </a:p>
        </p:txBody>
      </p:sp>
      <p:sp>
        <p:nvSpPr>
          <p:cNvPr id="23" name="Rectangle 22">
            <a:extLst>
              <a:ext uri="{FF2B5EF4-FFF2-40B4-BE49-F238E27FC236}">
                <a16:creationId xmlns:a16="http://schemas.microsoft.com/office/drawing/2014/main" id="{C1C1C595-3AB7-C83B-1A6F-1F237616A5C8}"/>
              </a:ext>
            </a:extLst>
          </p:cNvPr>
          <p:cNvSpPr/>
          <p:nvPr/>
        </p:nvSpPr>
        <p:spPr>
          <a:xfrm>
            <a:off x="1215337" y="1839087"/>
            <a:ext cx="540866" cy="1947806"/>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FIJO</a:t>
            </a:r>
          </a:p>
        </p:txBody>
      </p:sp>
      <p:sp>
        <p:nvSpPr>
          <p:cNvPr id="25" name="Rectangle 24">
            <a:extLst>
              <a:ext uri="{FF2B5EF4-FFF2-40B4-BE49-F238E27FC236}">
                <a16:creationId xmlns:a16="http://schemas.microsoft.com/office/drawing/2014/main" id="{42E85D2D-892E-275A-6653-2EB5B9CEEDDC}"/>
              </a:ext>
            </a:extLst>
          </p:cNvPr>
          <p:cNvSpPr/>
          <p:nvPr/>
        </p:nvSpPr>
        <p:spPr>
          <a:xfrm>
            <a:off x="1863331" y="1839087"/>
            <a:ext cx="791882" cy="908717"/>
          </a:xfrm>
          <a:prstGeom prst="rect">
            <a:avLst/>
          </a:prstGeom>
          <a:solidFill>
            <a:schemeClr val="bg1"/>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Portabilidad</a:t>
            </a:r>
          </a:p>
        </p:txBody>
      </p:sp>
      <p:sp>
        <p:nvSpPr>
          <p:cNvPr id="131" name="Rectangle 130">
            <a:extLst>
              <a:ext uri="{FF2B5EF4-FFF2-40B4-BE49-F238E27FC236}">
                <a16:creationId xmlns:a16="http://schemas.microsoft.com/office/drawing/2014/main" id="{37361B37-DF57-C7B6-2E5F-2855BA2EB17D}"/>
              </a:ext>
            </a:extLst>
          </p:cNvPr>
          <p:cNvSpPr/>
          <p:nvPr/>
        </p:nvSpPr>
        <p:spPr>
          <a:xfrm>
            <a:off x="2909209"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1</a:t>
            </a:r>
          </a:p>
        </p:txBody>
      </p:sp>
      <p:sp>
        <p:nvSpPr>
          <p:cNvPr id="132" name="Rectangle 131">
            <a:extLst>
              <a:ext uri="{FF2B5EF4-FFF2-40B4-BE49-F238E27FC236}">
                <a16:creationId xmlns:a16="http://schemas.microsoft.com/office/drawing/2014/main" id="{2D2DE97F-AD1F-0BD9-9A30-4A3523E4FB28}"/>
              </a:ext>
            </a:extLst>
          </p:cNvPr>
          <p:cNvSpPr/>
          <p:nvPr/>
        </p:nvSpPr>
        <p:spPr>
          <a:xfrm>
            <a:off x="4058466"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2</a:t>
            </a:r>
          </a:p>
        </p:txBody>
      </p:sp>
      <p:sp>
        <p:nvSpPr>
          <p:cNvPr id="133" name="Rectangle 132">
            <a:extLst>
              <a:ext uri="{FF2B5EF4-FFF2-40B4-BE49-F238E27FC236}">
                <a16:creationId xmlns:a16="http://schemas.microsoft.com/office/drawing/2014/main" id="{E22852A9-F6FE-F5C1-5222-3164877081A0}"/>
              </a:ext>
            </a:extLst>
          </p:cNvPr>
          <p:cNvSpPr/>
          <p:nvPr/>
        </p:nvSpPr>
        <p:spPr>
          <a:xfrm>
            <a:off x="5207628"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3</a:t>
            </a:r>
          </a:p>
        </p:txBody>
      </p:sp>
      <p:sp>
        <p:nvSpPr>
          <p:cNvPr id="134" name="Rectangle 133">
            <a:extLst>
              <a:ext uri="{FF2B5EF4-FFF2-40B4-BE49-F238E27FC236}">
                <a16:creationId xmlns:a16="http://schemas.microsoft.com/office/drawing/2014/main" id="{2FA6AECD-3E63-E0E5-9486-5AC9E0B0A3C2}"/>
              </a:ext>
            </a:extLst>
          </p:cNvPr>
          <p:cNvSpPr/>
          <p:nvPr/>
        </p:nvSpPr>
        <p:spPr>
          <a:xfrm>
            <a:off x="6356886"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4</a:t>
            </a:r>
          </a:p>
        </p:txBody>
      </p:sp>
      <p:sp>
        <p:nvSpPr>
          <p:cNvPr id="136" name="Rectangle 135">
            <a:extLst>
              <a:ext uri="{FF2B5EF4-FFF2-40B4-BE49-F238E27FC236}">
                <a16:creationId xmlns:a16="http://schemas.microsoft.com/office/drawing/2014/main" id="{0DB00448-1204-78D7-5429-3C06B23E9874}"/>
              </a:ext>
            </a:extLst>
          </p:cNvPr>
          <p:cNvSpPr/>
          <p:nvPr/>
        </p:nvSpPr>
        <p:spPr>
          <a:xfrm>
            <a:off x="2909209"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Creación orden</a:t>
            </a:r>
          </a:p>
        </p:txBody>
      </p:sp>
      <p:sp>
        <p:nvSpPr>
          <p:cNvPr id="137" name="Rectangle 136">
            <a:extLst>
              <a:ext uri="{FF2B5EF4-FFF2-40B4-BE49-F238E27FC236}">
                <a16:creationId xmlns:a16="http://schemas.microsoft.com/office/drawing/2014/main" id="{4FA8EAFA-58CB-7AF5-3890-1B7AFCA10E30}"/>
              </a:ext>
            </a:extLst>
          </p:cNvPr>
          <p:cNvSpPr/>
          <p:nvPr/>
        </p:nvSpPr>
        <p:spPr>
          <a:xfrm>
            <a:off x="4058466"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ALTA FIJO</a:t>
            </a:r>
          </a:p>
        </p:txBody>
      </p:sp>
      <p:sp>
        <p:nvSpPr>
          <p:cNvPr id="138" name="Rectangle 137">
            <a:extLst>
              <a:ext uri="{FF2B5EF4-FFF2-40B4-BE49-F238E27FC236}">
                <a16:creationId xmlns:a16="http://schemas.microsoft.com/office/drawing/2014/main" id="{C218E516-2BAF-FCDE-9C9E-62EC53157E3D}"/>
              </a:ext>
            </a:extLst>
          </p:cNvPr>
          <p:cNvSpPr/>
          <p:nvPr/>
        </p:nvSpPr>
        <p:spPr>
          <a:xfrm>
            <a:off x="5207724"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a:t>
            </a:r>
            <a:endParaRPr kumimoji="0" lang="es-ES" sz="7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9" name="Rectangle 138">
            <a:extLst>
              <a:ext uri="{FF2B5EF4-FFF2-40B4-BE49-F238E27FC236}">
                <a16:creationId xmlns:a16="http://schemas.microsoft.com/office/drawing/2014/main" id="{E6F46505-ED39-2C06-C3E7-723EE6A05CB3}"/>
              </a:ext>
            </a:extLst>
          </p:cNvPr>
          <p:cNvSpPr/>
          <p:nvPr/>
        </p:nvSpPr>
        <p:spPr>
          <a:xfrm>
            <a:off x="6356981"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VC MÓVIL</a:t>
            </a:r>
            <a:endParaRPr kumimoji="0" lang="es-ES" sz="700" b="0" i="1" u="none" strike="noStrike" kern="1200" cap="none" spc="0" normalizeH="0" baseline="0" noProof="0">
              <a:ln>
                <a:noFill/>
              </a:ln>
              <a:solidFill>
                <a:srgbClr val="000000">
                  <a:lumMod val="50000"/>
                  <a:lumOff val="50000"/>
                </a:srgbClr>
              </a:solidFill>
              <a:effectLst/>
              <a:uLnTx/>
              <a:uFillTx/>
              <a:latin typeface="Arial" panose="020B0604020202020204"/>
              <a:ea typeface="+mn-ea"/>
              <a:cs typeface="+mn-cs"/>
            </a:endParaRPr>
          </a:p>
        </p:txBody>
      </p:sp>
      <p:cxnSp>
        <p:nvCxnSpPr>
          <p:cNvPr id="141" name="Connector: Curved 140">
            <a:extLst>
              <a:ext uri="{FF2B5EF4-FFF2-40B4-BE49-F238E27FC236}">
                <a16:creationId xmlns:a16="http://schemas.microsoft.com/office/drawing/2014/main" id="{C008A382-82CD-6F49-1063-13C1B7FBF633}"/>
              </a:ext>
            </a:extLst>
          </p:cNvPr>
          <p:cNvCxnSpPr>
            <a:cxnSpLocks/>
            <a:stCxn id="136" idx="0"/>
            <a:endCxn id="139" idx="0"/>
          </p:cNvCxnSpPr>
          <p:nvPr/>
        </p:nvCxnSpPr>
        <p:spPr>
          <a:xfrm rot="5400000" flipH="1" flipV="1">
            <a:off x="5169782" y="211112"/>
            <a:ext cx="12700" cy="3447772"/>
          </a:xfrm>
          <a:prstGeom prst="curvedConnector3">
            <a:avLst>
              <a:gd name="adj1" fmla="val 1800000"/>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 name="Connector: Curved 4">
            <a:extLst>
              <a:ext uri="{FF2B5EF4-FFF2-40B4-BE49-F238E27FC236}">
                <a16:creationId xmlns:a16="http://schemas.microsoft.com/office/drawing/2014/main" id="{0C3E01DD-3D56-2CDA-9AC3-8449DCF7B7D5}"/>
              </a:ext>
            </a:extLst>
          </p:cNvPr>
          <p:cNvCxnSpPr>
            <a:cxnSpLocks/>
            <a:stCxn id="136" idx="0"/>
            <a:endCxn id="137" idx="0"/>
          </p:cNvCxnSpPr>
          <p:nvPr/>
        </p:nvCxnSpPr>
        <p:spPr>
          <a:xfrm rot="5400000" flipH="1" flipV="1">
            <a:off x="4020524" y="1360370"/>
            <a:ext cx="12700" cy="1149257"/>
          </a:xfrm>
          <a:prstGeom prst="curvedConnector3">
            <a:avLst>
              <a:gd name="adj1" fmla="val 1049984"/>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ED6B38B-F549-F233-0232-586353D920C4}"/>
              </a:ext>
            </a:extLst>
          </p:cNvPr>
          <p:cNvCxnSpPr>
            <a:cxnSpLocks/>
          </p:cNvCxnSpPr>
          <p:nvPr/>
        </p:nvCxnSpPr>
        <p:spPr>
          <a:xfrm>
            <a:off x="4595153" y="2781973"/>
            <a:ext cx="0" cy="2272984"/>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FBE8777-7B7E-B173-C982-02F1BA6112BF}"/>
              </a:ext>
            </a:extLst>
          </p:cNvPr>
          <p:cNvCxnSpPr>
            <a:cxnSpLocks/>
          </p:cNvCxnSpPr>
          <p:nvPr/>
        </p:nvCxnSpPr>
        <p:spPr>
          <a:xfrm>
            <a:off x="5744315" y="2781973"/>
            <a:ext cx="0" cy="1688253"/>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8B5250-7E83-A369-005A-08242BBE83F6}"/>
              </a:ext>
            </a:extLst>
          </p:cNvPr>
          <p:cNvCxnSpPr>
            <a:cxnSpLocks/>
          </p:cNvCxnSpPr>
          <p:nvPr/>
        </p:nvCxnSpPr>
        <p:spPr>
          <a:xfrm>
            <a:off x="3445896" y="2781973"/>
            <a:ext cx="0" cy="291407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7CE39822-75C7-D933-F3A4-C0F0456E8C84}"/>
              </a:ext>
            </a:extLst>
          </p:cNvPr>
          <p:cNvSpPr/>
          <p:nvPr/>
        </p:nvSpPr>
        <p:spPr>
          <a:xfrm>
            <a:off x="3024558" y="1562826"/>
            <a:ext cx="6186818" cy="4677106"/>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ectangle 27">
            <a:extLst>
              <a:ext uri="{FF2B5EF4-FFF2-40B4-BE49-F238E27FC236}">
                <a16:creationId xmlns:a16="http://schemas.microsoft.com/office/drawing/2014/main" id="{69B44047-39BC-6C6F-27C0-1F3581390469}"/>
              </a:ext>
            </a:extLst>
          </p:cNvPr>
          <p:cNvSpPr/>
          <p:nvPr/>
        </p:nvSpPr>
        <p:spPr>
          <a:xfrm>
            <a:off x="4604847" y="3245253"/>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Antes de las 16:00h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visita del técnico para </a:t>
            </a: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instalar acometida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en paralelo del Fijo</a:t>
            </a:r>
          </a:p>
          <a:p>
            <a:pPr marL="0" marR="0" lvl="0" indent="11113" algn="l" defTabSz="914400" rtl="0" eaLnBrk="1" fontAlgn="auto" latinLnBrk="0" hangingPunct="1">
              <a:lnSpc>
                <a:spcPct val="100000"/>
              </a:lnSpc>
              <a:spcBef>
                <a:spcPts val="0"/>
              </a:spcBef>
              <a:spcAft>
                <a:spcPts val="0"/>
              </a:spcAft>
              <a:buClrTx/>
              <a:buSzTx/>
              <a:buFontTx/>
              <a:buNone/>
              <a:tabLst/>
              <a:defRPr/>
            </a:pPr>
            <a:endPar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 partir de las 19:00h</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 se asigna la VC provisional del Móvil (para el </a:t>
            </a:r>
            <a:r>
              <a:rPr kumimoji="0" lang="es-ES_tradnl" sz="900" b="0" i="1" u="none" strike="noStrike" kern="1200" cap="none" spc="0" normalizeH="0" baseline="0" noProof="0">
                <a:ln>
                  <a:noFill/>
                </a:ln>
                <a:solidFill>
                  <a:srgbClr val="000000"/>
                </a:solidFill>
                <a:effectLst/>
                <a:uLnTx/>
                <a:uFillTx/>
                <a:latin typeface="Arial" panose="020B0604020202020204"/>
                <a:ea typeface="+mn-ea"/>
                <a:cs typeface="+mn-cs"/>
              </a:rPr>
              <a:t>día 5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del proceso -  </a:t>
            </a:r>
            <a:r>
              <a:rPr kumimoji="0" lang="es-ES_tradnl" sz="900" b="0" i="1" u="none" strike="noStrike" kern="1200" cap="none" spc="0" normalizeH="0" baseline="0" noProof="0">
                <a:ln>
                  <a:noFill/>
                </a:ln>
                <a:solidFill>
                  <a:srgbClr val="000000"/>
                </a:solidFill>
                <a:effectLst/>
                <a:uLnTx/>
                <a:uFillTx/>
                <a:latin typeface="Arial" panose="020B0604020202020204"/>
                <a:ea typeface="+mn-ea"/>
                <a:cs typeface="+mn-cs"/>
              </a:rPr>
              <a:t>fecha modificable por cliente</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33" name="Rectangle 32">
            <a:extLst>
              <a:ext uri="{FF2B5EF4-FFF2-40B4-BE49-F238E27FC236}">
                <a16:creationId xmlns:a16="http://schemas.microsoft.com/office/drawing/2014/main" id="{1221E3CF-5816-FB4D-E6FE-BFCF51EC7335}"/>
              </a:ext>
            </a:extLst>
          </p:cNvPr>
          <p:cNvSpPr/>
          <p:nvPr/>
        </p:nvSpPr>
        <p:spPr>
          <a:xfrm>
            <a:off x="6886714" y="2979258"/>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VC del Móvil</a:t>
            </a:r>
            <a:r>
              <a:rPr kumimoji="0" lang="es-ES_tradnl" sz="900" b="1" i="0" u="none" strike="noStrike" kern="1200" cap="none" spc="0" normalizeH="0" baseline="30000" noProof="0">
                <a:ln>
                  <a:noFill/>
                </a:ln>
                <a:solidFill>
                  <a:srgbClr val="000000"/>
                </a:solidFill>
                <a:effectLst/>
                <a:uLnTx/>
                <a:uFillTx/>
                <a:latin typeface="Arial" panose="020B0604020202020204"/>
                <a:ea typeface="+mn-ea"/>
                <a:cs typeface="+mn-cs"/>
              </a:rPr>
              <a:t>3</a:t>
            </a:r>
          </a:p>
        </p:txBody>
      </p:sp>
      <p:sp>
        <p:nvSpPr>
          <p:cNvPr id="34" name="Rectangle 33">
            <a:extLst>
              <a:ext uri="{FF2B5EF4-FFF2-40B4-BE49-F238E27FC236}">
                <a16:creationId xmlns:a16="http://schemas.microsoft.com/office/drawing/2014/main" id="{4003E381-8EE9-E616-0B83-F09A2D7DAEEA}"/>
              </a:ext>
            </a:extLst>
          </p:cNvPr>
          <p:cNvSpPr/>
          <p:nvPr/>
        </p:nvSpPr>
        <p:spPr>
          <a:xfrm>
            <a:off x="3453516" y="5232569"/>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Se lanza orden convergente en Siebel (Fijo &amp; Móvil)</a:t>
            </a:r>
            <a:endPar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40" name="Straight Connector 39">
            <a:extLst>
              <a:ext uri="{FF2B5EF4-FFF2-40B4-BE49-F238E27FC236}">
                <a16:creationId xmlns:a16="http://schemas.microsoft.com/office/drawing/2014/main" id="{63B19932-D895-4226-D70C-747F8671B6D0}"/>
              </a:ext>
            </a:extLst>
          </p:cNvPr>
          <p:cNvCxnSpPr>
            <a:cxnSpLocks/>
          </p:cNvCxnSpPr>
          <p:nvPr/>
        </p:nvCxnSpPr>
        <p:spPr>
          <a:xfrm>
            <a:off x="6893573" y="2781973"/>
            <a:ext cx="0" cy="64702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50D03FF2-38C6-0487-6CBA-98538AF954D3}"/>
              </a:ext>
            </a:extLst>
          </p:cNvPr>
          <p:cNvCxnSpPr>
            <a:cxnSpLocks/>
          </p:cNvCxnSpPr>
          <p:nvPr/>
        </p:nvCxnSpPr>
        <p:spPr>
          <a:xfrm>
            <a:off x="6012658" y="3432107"/>
            <a:ext cx="868123" cy="0"/>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E3E6952D-FDF3-3A82-58EA-52AF9CA5C7F1}"/>
              </a:ext>
            </a:extLst>
          </p:cNvPr>
          <p:cNvSpPr/>
          <p:nvPr/>
        </p:nvSpPr>
        <p:spPr>
          <a:xfrm>
            <a:off x="5971981" y="3480013"/>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 partir de las 14:00h, del día anterior a la porta de Móvil,</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 la VC pasa a ser definitiva</a:t>
            </a:r>
          </a:p>
        </p:txBody>
      </p:sp>
      <p:sp>
        <p:nvSpPr>
          <p:cNvPr id="9" name="Rectangle 8">
            <a:extLst>
              <a:ext uri="{FF2B5EF4-FFF2-40B4-BE49-F238E27FC236}">
                <a16:creationId xmlns:a16="http://schemas.microsoft.com/office/drawing/2014/main" id="{7EA71054-B66D-B770-555E-5065A1CA295D}"/>
              </a:ext>
            </a:extLst>
          </p:cNvPr>
          <p:cNvSpPr/>
          <p:nvPr/>
        </p:nvSpPr>
        <p:spPr>
          <a:xfrm>
            <a:off x="220230" y="3471171"/>
            <a:ext cx="897467" cy="860420"/>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Orden convergente</a:t>
            </a:r>
            <a:r>
              <a:rPr kumimoji="0" lang="es-ES_tradnl" sz="900" b="1" i="0" u="none" strike="noStrike" kern="1200" cap="none" spc="0" normalizeH="0" baseline="30000" noProof="0">
                <a:ln>
                  <a:noFill/>
                </a:ln>
                <a:solidFill>
                  <a:srgbClr val="FFFFFF"/>
                </a:solidFill>
                <a:effectLst/>
                <a:uLnTx/>
                <a:uFillTx/>
                <a:latin typeface="Arial" panose="020B0604020202020204"/>
                <a:ea typeface="+mn-ea"/>
                <a:cs typeface="+mn-cs"/>
              </a:rPr>
              <a:t>1</a:t>
            </a:r>
          </a:p>
        </p:txBody>
      </p:sp>
      <p:sp>
        <p:nvSpPr>
          <p:cNvPr id="12" name="Text Placeholder 104">
            <a:extLst>
              <a:ext uri="{FF2B5EF4-FFF2-40B4-BE49-F238E27FC236}">
                <a16:creationId xmlns:a16="http://schemas.microsoft.com/office/drawing/2014/main" id="{E8BDE600-712E-D54C-2C0D-1134DEB1076B}"/>
              </a:ext>
            </a:extLst>
          </p:cNvPr>
          <p:cNvSpPr txBox="1">
            <a:spLocks/>
          </p:cNvSpPr>
          <p:nvPr/>
        </p:nvSpPr>
        <p:spPr>
          <a:xfrm>
            <a:off x="9525494" y="592334"/>
            <a:ext cx="2486023" cy="498598"/>
          </a:xfrm>
          <a:prstGeom prst="rect">
            <a:avLst/>
          </a:prstGeom>
        </p:spPr>
        <p:txBody>
          <a:bodyPr wrap="square" lIns="0" tIns="0" rIns="0" bIns="0" anchor="t">
            <a:sp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_tradnl" sz="1800" b="1" i="0" u="none" strike="noStrike" kern="1200" cap="none" spc="0" normalizeH="0" baseline="0" noProof="0">
                <a:ln>
                  <a:noFill/>
                </a:ln>
                <a:solidFill>
                  <a:srgbClr val="96958C"/>
                </a:solidFill>
                <a:effectLst/>
                <a:uLnTx/>
                <a:uFillTx/>
                <a:latin typeface="Arial" panose="020B0604020202020204"/>
                <a:ea typeface="+mn-ea"/>
                <a:cs typeface="+mn-cs"/>
              </a:rPr>
              <a:t>Siguientes pasos  &gt; Centralita de negocio</a:t>
            </a:r>
          </a:p>
        </p:txBody>
      </p:sp>
      <p:sp>
        <p:nvSpPr>
          <p:cNvPr id="14" name="Content Placeholder 105">
            <a:extLst>
              <a:ext uri="{FF2B5EF4-FFF2-40B4-BE49-F238E27FC236}">
                <a16:creationId xmlns:a16="http://schemas.microsoft.com/office/drawing/2014/main" id="{C4B878F2-2975-2A40-FD0C-767136D027FF}"/>
              </a:ext>
            </a:extLst>
          </p:cNvPr>
          <p:cNvSpPr txBox="1">
            <a:spLocks/>
          </p:cNvSpPr>
          <p:nvPr/>
        </p:nvSpPr>
        <p:spPr>
          <a:xfrm>
            <a:off x="9440832" y="1177130"/>
            <a:ext cx="2589935" cy="21066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1050" b="1" i="0" u="sng" strike="noStrike" kern="1200" cap="none" spc="0" normalizeH="0" baseline="0" noProof="0">
                <a:ln>
                  <a:noFill/>
                </a:ln>
                <a:solidFill>
                  <a:srgbClr val="000000"/>
                </a:solidFill>
                <a:effectLst/>
                <a:uLnTx/>
                <a:uFillTx/>
                <a:latin typeface="Arial" panose="020B0604020202020204"/>
                <a:ea typeface="+mn-ea"/>
                <a:cs typeface="+mn-cs"/>
              </a:rPr>
              <a:t>Configuración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Una vez el “hierro” de la centralita es instalada (por el instalador) y se realiza la configuración inicial</a:t>
            </a:r>
            <a:r>
              <a:rPr kumimoji="0" lang="es-ES" sz="1050" b="0" i="0" u="none" strike="noStrike" kern="1200" cap="none" spc="0" normalizeH="0" baseline="30000" noProof="0">
                <a:ln>
                  <a:noFill/>
                </a:ln>
                <a:solidFill>
                  <a:srgbClr val="000000"/>
                </a:solidFill>
                <a:effectLst/>
                <a:uLnTx/>
                <a:uFillTx/>
                <a:latin typeface="Arial" panose="020B0604020202020204"/>
                <a:ea typeface="+mn-ea"/>
                <a:cs typeface="+mn-cs"/>
              </a:rPr>
              <a:t>2</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 (el instalador avisa al gestor de provisión por teléfono), el cliente podrá realizar configuraciones avanzadas mediante las siguientes opciones:</a:t>
            </a:r>
            <a:endParaRPr kumimoji="0" lang="en-US" sz="1050" b="0" i="0" u="none" strike="noStrike" kern="1200" cap="none" spc="0" normalizeH="0" baseline="0" noProof="0">
              <a:ln>
                <a:noFill/>
              </a:ln>
              <a:solidFill>
                <a:srgbClr val="000000"/>
              </a:solidFill>
              <a:effectLst/>
              <a:uLnTx/>
              <a:uFillTx/>
              <a:latin typeface="Arial" panose="020B0604020202020204"/>
              <a:ea typeface="+mn-ea"/>
              <a:cs typeface="+mn-cs"/>
            </a:endParaRP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Atención al cliente (1471) </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informando “</a:t>
            </a:r>
            <a:r>
              <a:rPr kumimoji="0" lang="es-ES" sz="1050" b="0" i="1" u="none" strike="noStrike" kern="1200" cap="none" spc="0" normalizeH="0" baseline="0" noProof="0">
                <a:ln>
                  <a:noFill/>
                </a:ln>
                <a:solidFill>
                  <a:srgbClr val="000000"/>
                </a:solidFill>
                <a:effectLst/>
                <a:uLnTx/>
                <a:uFillTx/>
                <a:latin typeface="Arial" panose="020B0604020202020204"/>
                <a:ea typeface="+mn-ea"/>
                <a:cs typeface="+mn-cs"/>
              </a:rPr>
              <a:t>configuración de la centralita” </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para contactar con el equipo responsable </a:t>
            </a:r>
            <a:endParaRPr kumimoji="0" lang="en-US" sz="1050" b="0" i="0" u="none" strike="noStrike" kern="1200" cap="none" spc="0" normalizeH="0" baseline="0" noProof="0">
              <a:ln>
                <a:noFill/>
              </a:ln>
              <a:solidFill>
                <a:srgbClr val="000000"/>
              </a:solidFill>
              <a:effectLst/>
              <a:uLnTx/>
              <a:uFillTx/>
              <a:latin typeface="Arial" panose="020B0604020202020204"/>
              <a:ea typeface="+mn-ea"/>
              <a:cs typeface="+mn-cs"/>
            </a:endParaRP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Portal de autogestión &gt;</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s-ES" sz="1050" b="0" i="0" u="sng" strike="noStrike" kern="1200" cap="none" spc="0" normalizeH="0" baseline="0" noProof="0">
                <a:ln>
                  <a:noFill/>
                </a:ln>
                <a:solidFill>
                  <a:srgbClr val="0070C0"/>
                </a:solidFill>
                <a:effectLst/>
                <a:uLnTx/>
                <a:uFillTx/>
                <a:latin typeface="Arial" panose="020B0604020202020204"/>
                <a:ea typeface="+mn-ea"/>
                <a:cs typeface="+mn-cs"/>
                <a:hlinkClick r:id="rId6">
                  <a:extLst>
                    <a:ext uri="{A12FA001-AC4F-418D-AE19-62706E023703}">
                      <ahyp:hlinkClr xmlns:ahyp="http://schemas.microsoft.com/office/drawing/2018/hyperlinkcolor" val="tx"/>
                    </a:ext>
                  </a:extLst>
                </a:hlinkClick>
              </a:rPr>
              <a:t>Primeros pasos centralita negocio - Ayuda Orange</a:t>
            </a:r>
            <a:endParaRPr kumimoji="0" lang="en-US" sz="1050" b="0" i="0" u="none" strike="noStrike" kern="1200" cap="none" spc="0" normalizeH="0" baseline="0" noProof="0">
              <a:ln>
                <a:noFill/>
              </a:ln>
              <a:solidFill>
                <a:srgbClr val="0070C0"/>
              </a:solidFill>
              <a:effectLst/>
              <a:uLnTx/>
              <a:uFillTx/>
              <a:latin typeface="Arial" panose="020B060402020202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*Manual de portal de autogestión: </a:t>
            </a:r>
            <a:r>
              <a:rPr kumimoji="0" lang="es-ES" sz="1050" b="0" i="0" u="sng" strike="noStrike" kern="1200" cap="none" spc="0" normalizeH="0" baseline="0" noProof="0">
                <a:ln>
                  <a:noFill/>
                </a:ln>
                <a:solidFill>
                  <a:srgbClr val="0070C0"/>
                </a:solidFill>
                <a:effectLst/>
                <a:uLnTx/>
                <a:uFillTx/>
                <a:latin typeface="Arial" panose="020B0604020202020204"/>
                <a:ea typeface="+mn-ea"/>
                <a:cs typeface="+mn-cs"/>
              </a:rPr>
              <a:t>descubre Orange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s-ES" sz="1050" b="0" i="0" u="sng" strike="noStrike" kern="1200" cap="none" spc="0" normalizeH="0" baseline="0" noProof="0">
              <a:ln>
                <a:noFill/>
              </a:ln>
              <a:solidFill>
                <a:srgbClr val="0070C0"/>
              </a:solidFill>
              <a:effectLst/>
              <a:uLnTx/>
              <a:uFillTx/>
              <a:latin typeface="Arial" panose="020B06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Diferenciación </a:t>
            </a:r>
            <a:r>
              <a:rPr kumimoji="0" lang="es-ES" sz="1050" b="1" i="0" u="sng" strike="noStrike" kern="1200" cap="none" spc="0" normalizeH="0" baseline="0" noProof="0">
                <a:ln>
                  <a:noFill/>
                </a:ln>
                <a:solidFill>
                  <a:srgbClr val="000000"/>
                </a:solidFill>
                <a:effectLst/>
                <a:uLnTx/>
                <a:uFillTx/>
                <a:latin typeface="Arial" panose="020B0604020202020204"/>
                <a:ea typeface="+mn-ea"/>
                <a:cs typeface="+mn-cs"/>
              </a:rPr>
              <a:t>Centralita Negocio </a:t>
            </a:r>
            <a:r>
              <a:rPr kumimoji="0" lang="es-ES" sz="1050" b="0" i="0" u="sng" strike="noStrike" kern="1200" cap="none" spc="0" normalizeH="0" baseline="0" noProof="0">
                <a:ln>
                  <a:noFill/>
                </a:ln>
                <a:solidFill>
                  <a:srgbClr val="000000"/>
                </a:solidFill>
                <a:effectLst/>
                <a:uLnTx/>
                <a:uFillTx/>
                <a:latin typeface="Arial" panose="020B0604020202020204"/>
                <a:ea typeface="+mn-ea"/>
                <a:cs typeface="+mn-cs"/>
              </a:rPr>
              <a:t>(SoHo)</a:t>
            </a:r>
            <a:r>
              <a:rPr kumimoji="0" lang="es-ES" sz="1050" b="1" i="0" u="sng" strike="noStrike" kern="1200" cap="none" spc="0" normalizeH="0" baseline="0" noProof="0">
                <a:ln>
                  <a:noFill/>
                </a:ln>
                <a:solidFill>
                  <a:srgbClr val="000000"/>
                </a:solidFill>
                <a:effectLst/>
                <a:uLnTx/>
                <a:uFillTx/>
                <a:latin typeface="Arial" panose="020B0604020202020204"/>
                <a:ea typeface="+mn-ea"/>
                <a:cs typeface="+mn-cs"/>
              </a:rPr>
              <a:t> vs. Centralita Big PYME:</a:t>
            </a:r>
            <a:r>
              <a:rPr kumimoji="0" lang="es-ES" sz="1050" b="0" i="0" u="sng" strike="noStrike" kern="1200" cap="none" spc="0" normalizeH="0" baseline="0" noProof="0">
                <a:ln>
                  <a:noFill/>
                </a:ln>
                <a:solidFill>
                  <a:srgbClr val="000000"/>
                </a:solidFill>
                <a:effectLst/>
                <a:uLnTx/>
                <a:uFillTx/>
                <a:latin typeface="Arial" panose="020B0604020202020204"/>
                <a:ea typeface="+mn-ea"/>
                <a:cs typeface="+mn-cs"/>
              </a:rPr>
              <a:t> </a:t>
            </a:r>
            <a:endParaRPr kumimoji="0" lang="en-US" sz="1050" b="0" i="0" u="sng"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La centralita BIG PYME </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es un servicio de PYME, que cuenta con figura de un Gestor de Proyectos Especiales (GPE). Este informa al cliente de los distintos hitos de su provisión, realiza la configuración solicitada por el cliente. El cliente puede llamar a su GPE hasta 7 días tras la entrega de servicio.</a:t>
            </a:r>
            <a:endParaRPr kumimoji="0" lang="en-US" sz="1050" b="0" i="0" u="none" strike="noStrike" kern="1200" cap="none" spc="0" normalizeH="0" baseline="0" noProof="0">
              <a:ln>
                <a:noFill/>
              </a:ln>
              <a:solidFill>
                <a:srgbClr val="000000"/>
              </a:solidFill>
              <a:effectLst/>
              <a:uLnTx/>
              <a:uFillTx/>
              <a:latin typeface="Arial" panose="020B0604020202020204"/>
              <a:ea typeface="+mn-ea"/>
              <a:cs typeface="+mn-cs"/>
            </a:endParaRP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050" b="0" i="0" u="none" strike="noStrike" kern="1200" cap="none" spc="0" normalizeH="0" baseline="0" noProof="0">
              <a:ln>
                <a:noFill/>
              </a:ln>
              <a:solidFill>
                <a:srgbClr val="0070C0"/>
              </a:solidFill>
              <a:effectLst/>
              <a:uLnTx/>
              <a:uFillTx/>
              <a:latin typeface="Arial" panose="020B06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s-ES_tradnl" sz="2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96E32D50-E4D4-944F-19CD-7A83DA7B4AD7}"/>
              </a:ext>
            </a:extLst>
          </p:cNvPr>
          <p:cNvSpPr/>
          <p:nvPr/>
        </p:nvSpPr>
        <p:spPr>
          <a:xfrm>
            <a:off x="8485766" y="1345006"/>
            <a:ext cx="178401" cy="149471"/>
          </a:xfrm>
          <a:prstGeom prst="rect">
            <a:avLst/>
          </a:prstGeom>
          <a:solidFill>
            <a:schemeClr val="accent1">
              <a:lumMod val="40000"/>
              <a:lumOff val="6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7432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800" b="0" i="0" u="none" strike="noStrike" kern="1200" cap="none" spc="0" normalizeH="0" baseline="0" noProof="0">
                <a:ln>
                  <a:noFill/>
                </a:ln>
                <a:solidFill>
                  <a:srgbClr val="000000"/>
                </a:solidFill>
                <a:effectLst/>
                <a:uLnTx/>
                <a:uFillTx/>
                <a:latin typeface="Arial" panose="020B0604020202020204"/>
                <a:ea typeface="+mn-ea"/>
                <a:cs typeface="+mn-cs"/>
              </a:rPr>
              <a:t>Centralita</a:t>
            </a:r>
          </a:p>
        </p:txBody>
      </p:sp>
      <p:sp>
        <p:nvSpPr>
          <p:cNvPr id="29" name="Speech Bubble: Rectangle 28">
            <a:extLst>
              <a:ext uri="{FF2B5EF4-FFF2-40B4-BE49-F238E27FC236}">
                <a16:creationId xmlns:a16="http://schemas.microsoft.com/office/drawing/2014/main" id="{9334EFA0-EC03-9C23-F9E0-FA7554BF22CB}"/>
              </a:ext>
            </a:extLst>
          </p:cNvPr>
          <p:cNvSpPr/>
          <p:nvPr/>
        </p:nvSpPr>
        <p:spPr>
          <a:xfrm>
            <a:off x="4631953" y="5362388"/>
            <a:ext cx="2892795" cy="484151"/>
          </a:xfrm>
          <a:prstGeom prst="wedgeRectCallout">
            <a:avLst>
              <a:gd name="adj1" fmla="val -34936"/>
              <a:gd name="adj2" fmla="val -86769"/>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Si hay </a:t>
            </a:r>
            <a:r>
              <a:rPr kumimoji="0" lang="es-ES" sz="800" b="1" i="0" u="none" strike="noStrike" kern="1200" cap="none" spc="0" normalizeH="0" baseline="0" noProof="0">
                <a:ln>
                  <a:noFill/>
                </a:ln>
                <a:solidFill>
                  <a:srgbClr val="000000"/>
                </a:solidFill>
                <a:effectLst/>
                <a:uLnTx/>
                <a:uFillTx/>
                <a:latin typeface="Arial" panose="020B0604020202020204"/>
                <a:ea typeface="+mn-ea"/>
                <a:cs typeface="+mn-cs"/>
              </a:rPr>
              <a:t>CENTRALITA se realiza 1 visita técnica</a:t>
            </a: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 en la que se instala la acometida y los terminales fijos de la centralita. El gestor de provisión realiza la configuración inicial</a:t>
            </a:r>
            <a:r>
              <a:rPr kumimoji="0" lang="es-ES" sz="800" b="0" i="0" u="none" strike="noStrike" kern="1200" cap="none" spc="0" normalizeH="0" baseline="30000" noProof="0">
                <a:ln>
                  <a:noFill/>
                </a:ln>
                <a:solidFill>
                  <a:srgbClr val="000000"/>
                </a:solidFill>
                <a:effectLst/>
                <a:uLnTx/>
                <a:uFillTx/>
                <a:latin typeface="Arial" panose="020B0604020202020204"/>
                <a:ea typeface="+mn-ea"/>
                <a:cs typeface="+mn-cs"/>
              </a:rPr>
              <a:t>2</a:t>
            </a:r>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20E85626-B41F-716A-9591-CED65220BF16}"/>
              </a:ext>
            </a:extLst>
          </p:cNvPr>
          <p:cNvSpPr/>
          <p:nvPr/>
        </p:nvSpPr>
        <p:spPr>
          <a:xfrm>
            <a:off x="3453516" y="2778464"/>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 sz="700" b="0" i="1" u="none" strike="noStrike" kern="1200" cap="none" spc="0" normalizeH="0" baseline="0" noProof="0">
                <a:ln>
                  <a:noFill/>
                </a:ln>
                <a:solidFill>
                  <a:srgbClr val="000000"/>
                </a:solidFill>
                <a:effectLst/>
                <a:uLnTx/>
                <a:uFillTx/>
                <a:latin typeface="Arial" panose="020B0604020202020204"/>
                <a:ea typeface="+mn-ea"/>
                <a:cs typeface="+mn-cs"/>
              </a:rPr>
              <a:t>Una vez el integrador envía el formulario BOC, se establece el día 1 con la confirmación del BOC de la orden: ‘en provisión’.</a:t>
            </a: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 sz="700" b="0" i="1" u="none" strike="noStrike" kern="1200" cap="none" spc="0" normalizeH="0" baseline="0" noProof="0">
                <a:ln>
                  <a:noFill/>
                </a:ln>
                <a:solidFill>
                  <a:srgbClr val="000000"/>
                </a:solidFill>
                <a:effectLst/>
                <a:uLnTx/>
                <a:uFillTx/>
                <a:latin typeface="Arial" panose="020B0604020202020204"/>
                <a:ea typeface="+mn-ea"/>
                <a:cs typeface="+mn-cs"/>
              </a:rPr>
              <a:t>Suele ser el mismo día del envío de formulario.</a:t>
            </a:r>
            <a:endParaRPr kumimoji="0" lang="es-ES_tradnl" sz="700" b="1" i="1"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206FFB97-55D6-D74E-B75F-FF3F610734C1}"/>
              </a:ext>
            </a:extLst>
          </p:cNvPr>
          <p:cNvSpPr/>
          <p:nvPr/>
        </p:nvSpPr>
        <p:spPr>
          <a:xfrm>
            <a:off x="380999" y="6231467"/>
            <a:ext cx="8671555" cy="53499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1.</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Se recomienda que las órdenes de portabilidad lleven solo 5 líneas móviles como máximo y cada orden de un operador específico.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2.</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gestor de provisión realiza la configuración inicial (puestos activos, reparto de llamadas, grupos de salto y buzón de voz, sin reglas); o adicionales si se ha completado en la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survey</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de provisión.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3.</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proceso de actual de provisión de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terminales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SoHo</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depende de lo indicado en el formulario BOC: si se establece recogida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PdV</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cliente podrá recoger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terminales desde el día anterior a la VC a partir de las 14:00h, una vez la VC pasa a ser definitiva; si se establece entrega por mensajería: la entrega se realiza el día de la VC del Móvil (día 5), quedando el cliente incomunicado hasta recepción de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con un coste de 12€ por servicios de mensajería.</a:t>
            </a:r>
          </a:p>
        </p:txBody>
      </p:sp>
    </p:spTree>
    <p:extLst>
      <p:ext uri="{BB962C8B-B14F-4D97-AF65-F5344CB8AC3E}">
        <p14:creationId xmlns:p14="http://schemas.microsoft.com/office/powerpoint/2010/main" val="2889255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149A9-1E34-E12D-DA79-3C0217BFD8E2}"/>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B813246-F4D3-F942-3F8D-43DACA44DC9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EB813246-F4D3-F942-3F8D-43DACA44DC9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FDCD1B6F-EC49-995D-F105-C02E46FA728C}"/>
              </a:ext>
            </a:extLst>
          </p:cNvPr>
          <p:cNvSpPr/>
          <p:nvPr/>
        </p:nvSpPr>
        <p:spPr>
          <a:xfrm>
            <a:off x="0" y="1562827"/>
            <a:ext cx="2898179" cy="467710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s-ES" sz="1000" b="1" i="0" u="none" strike="noStrike" kern="1200" cap="none" spc="0" normalizeH="0" baseline="0" noProof="0">
              <a:ln>
                <a:noFill/>
              </a:ln>
              <a:solidFill>
                <a:srgbClr val="FF7800"/>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52112CC1-18FC-D696-1C76-6F83C3DDBDB7}"/>
              </a:ext>
            </a:extLst>
          </p:cNvPr>
          <p:cNvSpPr>
            <a:spLocks noGrp="1"/>
          </p:cNvSpPr>
          <p:nvPr>
            <p:ph type="title"/>
          </p:nvPr>
        </p:nvSpPr>
        <p:spPr/>
        <p:txBody>
          <a:bodyPr vert="horz"/>
          <a:lstStyle/>
          <a:p>
            <a:r>
              <a:rPr lang="es-ES_tradnl" noProof="0"/>
              <a:t>Flujo de provisión – SOHO</a:t>
            </a:r>
          </a:p>
        </p:txBody>
      </p:sp>
      <p:sp>
        <p:nvSpPr>
          <p:cNvPr id="3" name="Subtitle 2">
            <a:extLst>
              <a:ext uri="{FF2B5EF4-FFF2-40B4-BE49-F238E27FC236}">
                <a16:creationId xmlns:a16="http://schemas.microsoft.com/office/drawing/2014/main" id="{4CA21B8D-7431-D3A3-3C1D-40569CEE0C53}"/>
              </a:ext>
            </a:extLst>
          </p:cNvPr>
          <p:cNvSpPr>
            <a:spLocks noGrp="1"/>
          </p:cNvSpPr>
          <p:nvPr>
            <p:ph type="subTitle" idx="13"/>
          </p:nvPr>
        </p:nvSpPr>
        <p:spPr/>
        <p:txBody>
          <a:bodyPr/>
          <a:lstStyle/>
          <a:p>
            <a:r>
              <a:rPr lang="es-ES_tradnl" noProof="0"/>
              <a:t>Proceso completo desde la creación de la orden en Siebel hasta la activación final del cliente</a:t>
            </a:r>
          </a:p>
        </p:txBody>
      </p:sp>
      <p:sp>
        <p:nvSpPr>
          <p:cNvPr id="21" name="Rectangle 20">
            <a:extLst>
              <a:ext uri="{FF2B5EF4-FFF2-40B4-BE49-F238E27FC236}">
                <a16:creationId xmlns:a16="http://schemas.microsoft.com/office/drawing/2014/main" id="{D0FBD81D-9AAA-23EF-F326-2DE3DD50D921}"/>
              </a:ext>
            </a:extLst>
          </p:cNvPr>
          <p:cNvSpPr/>
          <p:nvPr/>
        </p:nvSpPr>
        <p:spPr>
          <a:xfrm>
            <a:off x="1215337" y="4015868"/>
            <a:ext cx="540866" cy="1947806"/>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MÓVIL</a:t>
            </a:r>
          </a:p>
        </p:txBody>
      </p:sp>
      <p:sp>
        <p:nvSpPr>
          <p:cNvPr id="19" name="Rectangle 18">
            <a:extLst>
              <a:ext uri="{FF2B5EF4-FFF2-40B4-BE49-F238E27FC236}">
                <a16:creationId xmlns:a16="http://schemas.microsoft.com/office/drawing/2014/main" id="{D127DAD3-0D15-478B-6700-D42001FCFA0C}"/>
              </a:ext>
            </a:extLst>
          </p:cNvPr>
          <p:cNvSpPr/>
          <p:nvPr/>
        </p:nvSpPr>
        <p:spPr>
          <a:xfrm>
            <a:off x="1863331" y="2878176"/>
            <a:ext cx="791882" cy="908717"/>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Alta nueva</a:t>
            </a:r>
          </a:p>
        </p:txBody>
      </p:sp>
      <p:sp>
        <p:nvSpPr>
          <p:cNvPr id="23" name="Rectangle 22">
            <a:extLst>
              <a:ext uri="{FF2B5EF4-FFF2-40B4-BE49-F238E27FC236}">
                <a16:creationId xmlns:a16="http://schemas.microsoft.com/office/drawing/2014/main" id="{F8858214-E544-6A31-FE7C-B4BE5F645112}"/>
              </a:ext>
            </a:extLst>
          </p:cNvPr>
          <p:cNvSpPr/>
          <p:nvPr/>
        </p:nvSpPr>
        <p:spPr>
          <a:xfrm>
            <a:off x="1215337" y="1839087"/>
            <a:ext cx="540866" cy="1947806"/>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FIJO</a:t>
            </a:r>
          </a:p>
        </p:txBody>
      </p:sp>
      <p:sp>
        <p:nvSpPr>
          <p:cNvPr id="25" name="Rectangle 24">
            <a:extLst>
              <a:ext uri="{FF2B5EF4-FFF2-40B4-BE49-F238E27FC236}">
                <a16:creationId xmlns:a16="http://schemas.microsoft.com/office/drawing/2014/main" id="{A2998F9B-8604-CAAC-4BB5-D6F4B4CD7202}"/>
              </a:ext>
            </a:extLst>
          </p:cNvPr>
          <p:cNvSpPr/>
          <p:nvPr/>
        </p:nvSpPr>
        <p:spPr>
          <a:xfrm>
            <a:off x="1863331" y="1839087"/>
            <a:ext cx="791882" cy="908717"/>
          </a:xfrm>
          <a:prstGeom prst="rect">
            <a:avLst/>
          </a:prstGeom>
          <a:solidFill>
            <a:schemeClr val="bg1"/>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Portabilidad</a:t>
            </a:r>
          </a:p>
        </p:txBody>
      </p:sp>
      <p:sp>
        <p:nvSpPr>
          <p:cNvPr id="131" name="Rectangle 130">
            <a:extLst>
              <a:ext uri="{FF2B5EF4-FFF2-40B4-BE49-F238E27FC236}">
                <a16:creationId xmlns:a16="http://schemas.microsoft.com/office/drawing/2014/main" id="{6DEDFB7B-3E87-F79A-E56B-FA2C8A946F8C}"/>
              </a:ext>
            </a:extLst>
          </p:cNvPr>
          <p:cNvSpPr/>
          <p:nvPr/>
        </p:nvSpPr>
        <p:spPr>
          <a:xfrm>
            <a:off x="2909209"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1</a:t>
            </a:r>
          </a:p>
        </p:txBody>
      </p:sp>
      <p:sp>
        <p:nvSpPr>
          <p:cNvPr id="132" name="Rectangle 131">
            <a:extLst>
              <a:ext uri="{FF2B5EF4-FFF2-40B4-BE49-F238E27FC236}">
                <a16:creationId xmlns:a16="http://schemas.microsoft.com/office/drawing/2014/main" id="{D488EC26-FA06-F60E-85D5-8F9BDB71BF80}"/>
              </a:ext>
            </a:extLst>
          </p:cNvPr>
          <p:cNvSpPr/>
          <p:nvPr/>
        </p:nvSpPr>
        <p:spPr>
          <a:xfrm>
            <a:off x="4058466" y="2366166"/>
            <a:ext cx="1073373" cy="392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1" i="0" u="none" strike="noStrike" kern="1200" cap="none" spc="0" normalizeH="0" baseline="0" noProof="0">
                <a:ln>
                  <a:noFill/>
                </a:ln>
                <a:solidFill>
                  <a:srgbClr val="FF7800"/>
                </a:solidFill>
                <a:effectLst/>
                <a:uLnTx/>
                <a:uFillTx/>
                <a:latin typeface="Arial" panose="020B0604020202020204"/>
                <a:ea typeface="+mn-ea"/>
                <a:cs typeface="+mn-cs"/>
              </a:rPr>
              <a:t>Día 2</a:t>
            </a:r>
          </a:p>
        </p:txBody>
      </p:sp>
      <p:sp>
        <p:nvSpPr>
          <p:cNvPr id="136" name="Rectangle 135">
            <a:extLst>
              <a:ext uri="{FF2B5EF4-FFF2-40B4-BE49-F238E27FC236}">
                <a16:creationId xmlns:a16="http://schemas.microsoft.com/office/drawing/2014/main" id="{B6343112-2680-99C4-699C-B7B4EF088E7D}"/>
              </a:ext>
            </a:extLst>
          </p:cNvPr>
          <p:cNvSpPr/>
          <p:nvPr/>
        </p:nvSpPr>
        <p:spPr>
          <a:xfrm>
            <a:off x="2909209"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ALTA MÓVIL</a:t>
            </a:r>
          </a:p>
        </p:txBody>
      </p:sp>
      <p:sp>
        <p:nvSpPr>
          <p:cNvPr id="137" name="Rectangle 136">
            <a:extLst>
              <a:ext uri="{FF2B5EF4-FFF2-40B4-BE49-F238E27FC236}">
                <a16:creationId xmlns:a16="http://schemas.microsoft.com/office/drawing/2014/main" id="{39082929-59D3-004A-0F8A-71CCBF4DE5D3}"/>
              </a:ext>
            </a:extLst>
          </p:cNvPr>
          <p:cNvSpPr/>
          <p:nvPr/>
        </p:nvSpPr>
        <p:spPr>
          <a:xfrm>
            <a:off x="4058466" y="1934998"/>
            <a:ext cx="1073373" cy="3927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ALTA FIJO</a:t>
            </a:r>
          </a:p>
        </p:txBody>
      </p:sp>
      <p:cxnSp>
        <p:nvCxnSpPr>
          <p:cNvPr id="5" name="Connector: Curved 4">
            <a:extLst>
              <a:ext uri="{FF2B5EF4-FFF2-40B4-BE49-F238E27FC236}">
                <a16:creationId xmlns:a16="http://schemas.microsoft.com/office/drawing/2014/main" id="{ED1816AF-AB33-5614-2815-BC3CBEFE5D02}"/>
              </a:ext>
            </a:extLst>
          </p:cNvPr>
          <p:cNvCxnSpPr>
            <a:cxnSpLocks/>
            <a:stCxn id="136" idx="0"/>
            <a:endCxn id="137" idx="0"/>
          </p:cNvCxnSpPr>
          <p:nvPr/>
        </p:nvCxnSpPr>
        <p:spPr>
          <a:xfrm rot="5400000" flipH="1" flipV="1">
            <a:off x="4020524" y="1360370"/>
            <a:ext cx="12700" cy="1149257"/>
          </a:xfrm>
          <a:prstGeom prst="curvedConnector3">
            <a:avLst>
              <a:gd name="adj1" fmla="val 1049984"/>
            </a:avLst>
          </a:prstGeom>
          <a:ln w="9525">
            <a:solidFill>
              <a:schemeClr val="bg1">
                <a:lumMod val="8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04E193E-A59B-A539-EE93-5AE28156C86E}"/>
              </a:ext>
            </a:extLst>
          </p:cNvPr>
          <p:cNvCxnSpPr>
            <a:cxnSpLocks/>
          </p:cNvCxnSpPr>
          <p:nvPr/>
        </p:nvCxnSpPr>
        <p:spPr>
          <a:xfrm>
            <a:off x="4595153" y="2781973"/>
            <a:ext cx="0" cy="2272984"/>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9284F52-7259-A987-DF7F-D37F9AFF0BFC}"/>
              </a:ext>
            </a:extLst>
          </p:cNvPr>
          <p:cNvCxnSpPr>
            <a:cxnSpLocks/>
          </p:cNvCxnSpPr>
          <p:nvPr/>
        </p:nvCxnSpPr>
        <p:spPr>
          <a:xfrm>
            <a:off x="3445896" y="2781973"/>
            <a:ext cx="0" cy="2914077"/>
          </a:xfrm>
          <a:prstGeom prst="line">
            <a:avLst/>
          </a:prstGeom>
          <a:ln w="6350">
            <a:solidFill>
              <a:schemeClr val="accent1"/>
            </a:solidFill>
            <a:prstDash val="dash"/>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EE38A297-E64F-1593-CC72-CB3AAF46B601}"/>
              </a:ext>
            </a:extLst>
          </p:cNvPr>
          <p:cNvSpPr/>
          <p:nvPr/>
        </p:nvSpPr>
        <p:spPr>
          <a:xfrm>
            <a:off x="3024558" y="1562826"/>
            <a:ext cx="6186818" cy="4677106"/>
          </a:xfrm>
          <a:prstGeom prst="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ectangle 27">
            <a:extLst>
              <a:ext uri="{FF2B5EF4-FFF2-40B4-BE49-F238E27FC236}">
                <a16:creationId xmlns:a16="http://schemas.microsoft.com/office/drawing/2014/main" id="{8A59FF40-7803-B83E-CA91-E4D2E19022CA}"/>
              </a:ext>
            </a:extLst>
          </p:cNvPr>
          <p:cNvSpPr/>
          <p:nvPr/>
        </p:nvSpPr>
        <p:spPr>
          <a:xfrm>
            <a:off x="4604847" y="3665623"/>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sng" strike="noStrike" kern="1200" cap="none" spc="0" normalizeH="0" baseline="0" noProof="0">
                <a:ln>
                  <a:noFill/>
                </a:ln>
                <a:solidFill>
                  <a:srgbClr val="000000"/>
                </a:solidFill>
                <a:effectLst/>
                <a:uLnTx/>
                <a:uFillTx/>
                <a:latin typeface="Arial" panose="020B0604020202020204"/>
                <a:ea typeface="+mn-ea"/>
                <a:cs typeface="+mn-cs"/>
              </a:rPr>
              <a:t>Antes de las 16:00h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visita del técnico para </a:t>
            </a: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instalar acometida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en paralelo del Fijo</a:t>
            </a:r>
          </a:p>
        </p:txBody>
      </p:sp>
      <p:sp>
        <p:nvSpPr>
          <p:cNvPr id="6" name="Rectangle 5">
            <a:extLst>
              <a:ext uri="{FF2B5EF4-FFF2-40B4-BE49-F238E27FC236}">
                <a16:creationId xmlns:a16="http://schemas.microsoft.com/office/drawing/2014/main" id="{29BF2FC7-F1EC-5993-2EB9-DA0761432045}"/>
              </a:ext>
            </a:extLst>
          </p:cNvPr>
          <p:cNvSpPr/>
          <p:nvPr/>
        </p:nvSpPr>
        <p:spPr>
          <a:xfrm>
            <a:off x="1863331" y="5054957"/>
            <a:ext cx="791882" cy="908717"/>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Alta nueva</a:t>
            </a:r>
          </a:p>
        </p:txBody>
      </p:sp>
      <p:sp>
        <p:nvSpPr>
          <p:cNvPr id="7" name="Rectangle 6">
            <a:extLst>
              <a:ext uri="{FF2B5EF4-FFF2-40B4-BE49-F238E27FC236}">
                <a16:creationId xmlns:a16="http://schemas.microsoft.com/office/drawing/2014/main" id="{4950FFB0-A99B-2460-8DA8-1C7D948207D3}"/>
              </a:ext>
            </a:extLst>
          </p:cNvPr>
          <p:cNvSpPr/>
          <p:nvPr/>
        </p:nvSpPr>
        <p:spPr>
          <a:xfrm>
            <a:off x="1863331" y="4015868"/>
            <a:ext cx="791882" cy="908717"/>
          </a:xfrm>
          <a:prstGeom prst="rect">
            <a:avLst/>
          </a:prstGeom>
          <a:solidFill>
            <a:schemeClr val="bg1"/>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Portabilidad</a:t>
            </a:r>
          </a:p>
        </p:txBody>
      </p:sp>
      <p:sp>
        <p:nvSpPr>
          <p:cNvPr id="4" name="Speech Bubble: Rectangle 3">
            <a:extLst>
              <a:ext uri="{FF2B5EF4-FFF2-40B4-BE49-F238E27FC236}">
                <a16:creationId xmlns:a16="http://schemas.microsoft.com/office/drawing/2014/main" id="{6FBD70FB-C9C4-13C8-16E7-CE5267F73943}"/>
              </a:ext>
            </a:extLst>
          </p:cNvPr>
          <p:cNvSpPr/>
          <p:nvPr/>
        </p:nvSpPr>
        <p:spPr>
          <a:xfrm>
            <a:off x="4631953" y="5362388"/>
            <a:ext cx="2892795" cy="484151"/>
          </a:xfrm>
          <a:prstGeom prst="wedgeRectCallout">
            <a:avLst>
              <a:gd name="adj1" fmla="val -34936"/>
              <a:gd name="adj2" fmla="val -86769"/>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Si hay </a:t>
            </a:r>
            <a:r>
              <a:rPr kumimoji="0" lang="es-ES" sz="800" b="1" i="0" u="none" strike="noStrike" kern="1200" cap="none" spc="0" normalizeH="0" baseline="0" noProof="0">
                <a:ln>
                  <a:noFill/>
                </a:ln>
                <a:solidFill>
                  <a:srgbClr val="000000"/>
                </a:solidFill>
                <a:effectLst/>
                <a:uLnTx/>
                <a:uFillTx/>
                <a:latin typeface="Arial" panose="020B0604020202020204"/>
                <a:ea typeface="+mn-ea"/>
                <a:cs typeface="+mn-cs"/>
              </a:rPr>
              <a:t>CENTRALITA se realiza 1 visita técnica</a:t>
            </a:r>
            <a:r>
              <a:rPr kumimoji="0" lang="es-ES" sz="800" b="0" i="0" u="none" strike="noStrike" kern="1200" cap="none" spc="0" normalizeH="0" baseline="0" noProof="0">
                <a:ln>
                  <a:noFill/>
                </a:ln>
                <a:solidFill>
                  <a:srgbClr val="000000"/>
                </a:solidFill>
                <a:effectLst/>
                <a:uLnTx/>
                <a:uFillTx/>
                <a:latin typeface="Arial" panose="020B0604020202020204"/>
                <a:ea typeface="+mn-ea"/>
                <a:cs typeface="+mn-cs"/>
              </a:rPr>
              <a:t>, en la que se instala la acometida y los terminales fijos de la centralita. El gestor de provisión realiza la configuración inicial</a:t>
            </a:r>
            <a:r>
              <a:rPr kumimoji="0" lang="es-ES" sz="800" b="0" i="0" u="none" strike="noStrike" kern="1200" cap="none" spc="0" normalizeH="0" baseline="30000" noProof="0">
                <a:ln>
                  <a:noFill/>
                </a:ln>
                <a:solidFill>
                  <a:srgbClr val="000000"/>
                </a:solidFill>
                <a:effectLst/>
                <a:uLnTx/>
                <a:uFillTx/>
                <a:latin typeface="Arial" panose="020B0604020202020204"/>
                <a:ea typeface="+mn-ea"/>
                <a:cs typeface="+mn-cs"/>
              </a:rPr>
              <a:t>2</a:t>
            </a:r>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Text Placeholder 104">
            <a:extLst>
              <a:ext uri="{FF2B5EF4-FFF2-40B4-BE49-F238E27FC236}">
                <a16:creationId xmlns:a16="http://schemas.microsoft.com/office/drawing/2014/main" id="{1311FA8D-5DB2-3C82-B7D6-49973320EFB2}"/>
              </a:ext>
            </a:extLst>
          </p:cNvPr>
          <p:cNvSpPr txBox="1">
            <a:spLocks/>
          </p:cNvSpPr>
          <p:nvPr/>
        </p:nvSpPr>
        <p:spPr>
          <a:xfrm>
            <a:off x="9525494" y="592334"/>
            <a:ext cx="2486023" cy="498598"/>
          </a:xfrm>
          <a:prstGeom prst="rect">
            <a:avLst/>
          </a:prstGeom>
        </p:spPr>
        <p:txBody>
          <a:bodyPr wrap="square" lIns="0" tIns="0" rIns="0" bIns="0" anchor="t">
            <a:spAutoFit/>
          </a:bodyPr>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_tradnl" sz="1800" b="1" i="0" u="none" strike="noStrike" kern="1200" cap="none" spc="0" normalizeH="0" baseline="0" noProof="0">
                <a:ln>
                  <a:noFill/>
                </a:ln>
                <a:solidFill>
                  <a:srgbClr val="96958C"/>
                </a:solidFill>
                <a:effectLst/>
                <a:uLnTx/>
                <a:uFillTx/>
                <a:latin typeface="Arial" panose="020B0604020202020204"/>
                <a:ea typeface="+mn-ea"/>
                <a:cs typeface="+mn-cs"/>
              </a:rPr>
              <a:t>Siguientes pasos  &gt; Centralita de negocio</a:t>
            </a:r>
          </a:p>
        </p:txBody>
      </p:sp>
      <p:sp>
        <p:nvSpPr>
          <p:cNvPr id="20" name="Content Placeholder 105">
            <a:extLst>
              <a:ext uri="{FF2B5EF4-FFF2-40B4-BE49-F238E27FC236}">
                <a16:creationId xmlns:a16="http://schemas.microsoft.com/office/drawing/2014/main" id="{DD360AA2-206C-BAB6-A59C-45E20D7D9DB5}"/>
              </a:ext>
            </a:extLst>
          </p:cNvPr>
          <p:cNvSpPr txBox="1">
            <a:spLocks/>
          </p:cNvSpPr>
          <p:nvPr/>
        </p:nvSpPr>
        <p:spPr>
          <a:xfrm>
            <a:off x="9440832" y="1177130"/>
            <a:ext cx="2589935" cy="21066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1050" b="1" i="0" u="sng" strike="noStrike" kern="1200" cap="none" spc="0" normalizeH="0" baseline="0" noProof="0">
                <a:ln>
                  <a:noFill/>
                </a:ln>
                <a:solidFill>
                  <a:srgbClr val="000000"/>
                </a:solidFill>
                <a:effectLst/>
                <a:uLnTx/>
                <a:uFillTx/>
                <a:latin typeface="Arial" panose="020B0604020202020204"/>
                <a:ea typeface="+mn-ea"/>
                <a:cs typeface="+mn-cs"/>
              </a:rPr>
              <a:t>Configuración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Una vez el “hierro” de la centralita es instalada (por el instalador) y se realiza la configuración inicial</a:t>
            </a:r>
            <a:r>
              <a:rPr kumimoji="0" lang="es-ES" sz="1050" b="0" i="0" u="none" strike="noStrike" kern="1200" cap="none" spc="0" normalizeH="0" baseline="30000" noProof="0">
                <a:ln>
                  <a:noFill/>
                </a:ln>
                <a:solidFill>
                  <a:srgbClr val="000000"/>
                </a:solidFill>
                <a:effectLst/>
                <a:uLnTx/>
                <a:uFillTx/>
                <a:latin typeface="Arial" panose="020B0604020202020204"/>
                <a:ea typeface="+mn-ea"/>
                <a:cs typeface="+mn-cs"/>
              </a:rPr>
              <a:t>2</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 (el instalador avisa al gestor de provisión por teléfono), el cliente podrá realizar configuraciones avanzadas mediante las siguientes opciones:</a:t>
            </a:r>
            <a:endParaRPr kumimoji="0" lang="en-US" sz="1050" b="0" i="0" u="none" strike="noStrike" kern="1200" cap="none" spc="0" normalizeH="0" baseline="0" noProof="0">
              <a:ln>
                <a:noFill/>
              </a:ln>
              <a:solidFill>
                <a:srgbClr val="000000"/>
              </a:solidFill>
              <a:effectLst/>
              <a:uLnTx/>
              <a:uFillTx/>
              <a:latin typeface="Arial" panose="020B0604020202020204"/>
              <a:ea typeface="+mn-ea"/>
              <a:cs typeface="+mn-cs"/>
            </a:endParaRP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Atención al cliente (1471) </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informando “</a:t>
            </a:r>
            <a:r>
              <a:rPr kumimoji="0" lang="es-ES" sz="1050" b="0" i="1" u="none" strike="noStrike" kern="1200" cap="none" spc="0" normalizeH="0" baseline="0" noProof="0">
                <a:ln>
                  <a:noFill/>
                </a:ln>
                <a:solidFill>
                  <a:srgbClr val="000000"/>
                </a:solidFill>
                <a:effectLst/>
                <a:uLnTx/>
                <a:uFillTx/>
                <a:latin typeface="Arial" panose="020B0604020202020204"/>
                <a:ea typeface="+mn-ea"/>
                <a:cs typeface="+mn-cs"/>
              </a:rPr>
              <a:t>configuración de la centralita” </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para contactar con el equipo responsable </a:t>
            </a:r>
            <a:endParaRPr kumimoji="0" lang="en-US" sz="1050" b="0" i="0" u="none" strike="noStrike" kern="1200" cap="none" spc="0" normalizeH="0" baseline="0" noProof="0">
              <a:ln>
                <a:noFill/>
              </a:ln>
              <a:solidFill>
                <a:srgbClr val="000000"/>
              </a:solidFill>
              <a:effectLst/>
              <a:uLnTx/>
              <a:uFillTx/>
              <a:latin typeface="Arial" panose="020B0604020202020204"/>
              <a:ea typeface="+mn-ea"/>
              <a:cs typeface="+mn-cs"/>
            </a:endParaRPr>
          </a:p>
          <a:p>
            <a:pPr marL="171450" marR="0" lvl="0" indent="-1714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ES" sz="1050" b="1" i="0" u="none" strike="noStrike" kern="1200" cap="none" spc="0" normalizeH="0" baseline="0" noProof="0">
                <a:ln>
                  <a:noFill/>
                </a:ln>
                <a:solidFill>
                  <a:srgbClr val="000000"/>
                </a:solidFill>
                <a:effectLst/>
                <a:uLnTx/>
                <a:uFillTx/>
                <a:latin typeface="Arial" panose="020B0604020202020204"/>
                <a:ea typeface="+mn-ea"/>
                <a:cs typeface="+mn-cs"/>
              </a:rPr>
              <a:t>Portal de autogestión &gt;</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s-ES" sz="1050" b="0" i="0" u="sng" strike="noStrike" kern="1200" cap="none" spc="0" normalizeH="0" baseline="0" noProof="0">
                <a:ln>
                  <a:noFill/>
                </a:ln>
                <a:solidFill>
                  <a:srgbClr val="0070C0"/>
                </a:solidFill>
                <a:effectLst/>
                <a:uLnTx/>
                <a:uFillTx/>
                <a:latin typeface="Arial" panose="020B0604020202020204"/>
                <a:ea typeface="+mn-ea"/>
                <a:cs typeface="+mn-cs"/>
                <a:hlinkClick r:id="rId6">
                  <a:extLst>
                    <a:ext uri="{A12FA001-AC4F-418D-AE19-62706E023703}">
                      <ahyp:hlinkClr xmlns:ahyp="http://schemas.microsoft.com/office/drawing/2018/hyperlinkcolor" val="tx"/>
                    </a:ext>
                  </a:extLst>
                </a:hlinkClick>
              </a:rPr>
              <a:t>Primeros pasos centralita negocio - Ayuda Orange</a:t>
            </a:r>
            <a:endParaRPr kumimoji="0" lang="en-US" sz="1050" b="0" i="0" u="none" strike="noStrike" kern="1200" cap="none" spc="0" normalizeH="0" baseline="0" noProof="0">
              <a:ln>
                <a:noFill/>
              </a:ln>
              <a:solidFill>
                <a:srgbClr val="0070C0"/>
              </a:solidFill>
              <a:effectLst/>
              <a:uLnTx/>
              <a:uFillTx/>
              <a:latin typeface="Arial" panose="020B060402020202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*Manual de portal de autogestión: </a:t>
            </a:r>
            <a:r>
              <a:rPr kumimoji="0" lang="es-ES" sz="1050" b="0" i="0" u="sng" strike="noStrike" kern="1200" cap="none" spc="0" normalizeH="0" baseline="0" noProof="0">
                <a:ln>
                  <a:noFill/>
                </a:ln>
                <a:solidFill>
                  <a:srgbClr val="0070C0"/>
                </a:solidFill>
                <a:effectLst/>
                <a:uLnTx/>
                <a:uFillTx/>
                <a:latin typeface="Arial" panose="020B0604020202020204"/>
                <a:ea typeface="+mn-ea"/>
                <a:cs typeface="+mn-cs"/>
              </a:rPr>
              <a:t>descubre Orange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s-ES" sz="1050" b="0" i="0" u="sng" strike="noStrike" kern="1200" cap="none" spc="0" normalizeH="0" baseline="0" noProof="0">
              <a:ln>
                <a:noFill/>
              </a:ln>
              <a:solidFill>
                <a:srgbClr val="0070C0"/>
              </a:solidFill>
              <a:effectLst/>
              <a:uLnTx/>
              <a:uFillTx/>
              <a:latin typeface="Arial" panose="020B06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Diferenciación </a:t>
            </a:r>
            <a:r>
              <a:rPr kumimoji="0" lang="es-ES" sz="1050" b="1" i="0" u="sng" strike="noStrike" kern="1200" cap="none" spc="0" normalizeH="0" baseline="0" noProof="0">
                <a:ln>
                  <a:noFill/>
                </a:ln>
                <a:solidFill>
                  <a:srgbClr val="000000"/>
                </a:solidFill>
                <a:effectLst/>
                <a:uLnTx/>
                <a:uFillTx/>
                <a:latin typeface="Arial" panose="020B0604020202020204"/>
                <a:ea typeface="+mn-ea"/>
                <a:cs typeface="+mn-cs"/>
              </a:rPr>
              <a:t>Centralita Negocio </a:t>
            </a:r>
            <a:r>
              <a:rPr kumimoji="0" lang="es-ES" sz="1050" b="0" i="0" u="sng" strike="noStrike" kern="1200" cap="none" spc="0" normalizeH="0" baseline="0" noProof="0">
                <a:ln>
                  <a:noFill/>
                </a:ln>
                <a:solidFill>
                  <a:srgbClr val="000000"/>
                </a:solidFill>
                <a:effectLst/>
                <a:uLnTx/>
                <a:uFillTx/>
                <a:latin typeface="Arial" panose="020B0604020202020204"/>
                <a:ea typeface="+mn-ea"/>
                <a:cs typeface="+mn-cs"/>
              </a:rPr>
              <a:t>(</a:t>
            </a:r>
            <a:r>
              <a:rPr kumimoji="0" lang="es-ES" sz="1050" b="0" i="0" u="sng" strike="noStrike" kern="1200" cap="none" spc="0" normalizeH="0" baseline="0" noProof="0" err="1">
                <a:ln>
                  <a:noFill/>
                </a:ln>
                <a:solidFill>
                  <a:srgbClr val="000000"/>
                </a:solidFill>
                <a:effectLst/>
                <a:uLnTx/>
                <a:uFillTx/>
                <a:latin typeface="Arial" panose="020B0604020202020204"/>
                <a:ea typeface="+mn-ea"/>
                <a:cs typeface="+mn-cs"/>
              </a:rPr>
              <a:t>SoHo</a:t>
            </a:r>
            <a:r>
              <a:rPr kumimoji="0" lang="es-ES" sz="1050" b="0" i="0" u="sng" strike="noStrike" kern="1200" cap="none" spc="0" normalizeH="0" baseline="0" noProof="0">
                <a:ln>
                  <a:noFill/>
                </a:ln>
                <a:solidFill>
                  <a:srgbClr val="000000"/>
                </a:solidFill>
                <a:effectLst/>
                <a:uLnTx/>
                <a:uFillTx/>
                <a:latin typeface="Arial" panose="020B0604020202020204"/>
                <a:ea typeface="+mn-ea"/>
                <a:cs typeface="+mn-cs"/>
              </a:rPr>
              <a:t>)</a:t>
            </a:r>
            <a:r>
              <a:rPr kumimoji="0" lang="es-ES" sz="1050" b="1" i="0" u="sng" strike="noStrike" kern="1200" cap="none" spc="0" normalizeH="0" baseline="0" noProof="0">
                <a:ln>
                  <a:noFill/>
                </a:ln>
                <a:solidFill>
                  <a:srgbClr val="000000"/>
                </a:solidFill>
                <a:effectLst/>
                <a:uLnTx/>
                <a:uFillTx/>
                <a:latin typeface="Arial" panose="020B0604020202020204"/>
                <a:ea typeface="+mn-ea"/>
                <a:cs typeface="+mn-cs"/>
              </a:rPr>
              <a:t> vs. Centralita Big PYME:</a:t>
            </a:r>
            <a:r>
              <a:rPr kumimoji="0" lang="es-ES" sz="1050" b="0" i="0" u="sng" strike="noStrike" kern="1200" cap="none" spc="0" normalizeH="0" baseline="0" noProof="0">
                <a:ln>
                  <a:noFill/>
                </a:ln>
                <a:solidFill>
                  <a:srgbClr val="000000"/>
                </a:solidFill>
                <a:effectLst/>
                <a:uLnTx/>
                <a:uFillTx/>
                <a:latin typeface="Arial" panose="020B0604020202020204"/>
                <a:ea typeface="+mn-ea"/>
                <a:cs typeface="+mn-cs"/>
              </a:rPr>
              <a:t> </a:t>
            </a:r>
            <a:endParaRPr kumimoji="0" lang="en-US" sz="1050" b="0" i="0" u="sng"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La </a:t>
            </a: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centralita</a:t>
            </a: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BIG PYME </a:t>
            </a:r>
            <a:r>
              <a:rPr kumimoji="0" lang="es-ES" sz="1050" b="0" i="0" u="none" strike="noStrike" kern="1200" cap="none" spc="0" normalizeH="0" baseline="0" noProof="0">
                <a:ln>
                  <a:noFill/>
                </a:ln>
                <a:solidFill>
                  <a:srgbClr val="000000"/>
                </a:solidFill>
                <a:effectLst/>
                <a:uLnTx/>
                <a:uFillTx/>
                <a:latin typeface="Arial" panose="020B0604020202020204"/>
                <a:ea typeface="+mn-ea"/>
                <a:cs typeface="+mn-cs"/>
              </a:rPr>
              <a:t>es un servicio de PYME, que cuenta con figura de un Gestor de Proyectos Especiales (GPE). Este informa al cliente de los distintos hitos de su provisión, realiza la configuración solicitada por el cliente. El cliente puede llamar a su GPE hasta 7 días tras la entrega de servicio.</a:t>
            </a:r>
            <a:endParaRPr kumimoji="0" lang="en-US" sz="1050" b="0" i="0" u="none" strike="noStrike" kern="1200" cap="none" spc="0" normalizeH="0" baseline="0" noProof="0">
              <a:ln>
                <a:noFill/>
              </a:ln>
              <a:solidFill>
                <a:srgbClr val="000000"/>
              </a:solidFill>
              <a:effectLst/>
              <a:uLnTx/>
              <a:uFillTx/>
              <a:latin typeface="Arial" panose="020B0604020202020204"/>
              <a:ea typeface="+mn-ea"/>
              <a:cs typeface="+mn-cs"/>
            </a:endParaRP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1050" b="0" i="0" u="none" strike="noStrike" kern="1200" cap="none" spc="0" normalizeH="0" baseline="0" noProof="0">
              <a:ln>
                <a:noFill/>
              </a:ln>
              <a:solidFill>
                <a:srgbClr val="0070C0"/>
              </a:solidFill>
              <a:effectLst/>
              <a:uLnTx/>
              <a:uFillTx/>
              <a:latin typeface="Arial" panose="020B06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s-ES_tradnl" sz="2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0F0D0335-4ECA-3715-AF3D-754C15D30805}"/>
              </a:ext>
            </a:extLst>
          </p:cNvPr>
          <p:cNvSpPr/>
          <p:nvPr/>
        </p:nvSpPr>
        <p:spPr>
          <a:xfrm>
            <a:off x="8485766" y="1345006"/>
            <a:ext cx="178401" cy="149471"/>
          </a:xfrm>
          <a:prstGeom prst="rect">
            <a:avLst/>
          </a:prstGeom>
          <a:solidFill>
            <a:schemeClr val="accent1">
              <a:lumMod val="40000"/>
              <a:lumOff val="6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7432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_tradnl" sz="800" b="0" i="0" u="none" strike="noStrike" kern="1200" cap="none" spc="0" normalizeH="0" baseline="0" noProof="0">
                <a:ln>
                  <a:noFill/>
                </a:ln>
                <a:solidFill>
                  <a:srgbClr val="000000"/>
                </a:solidFill>
                <a:effectLst/>
                <a:uLnTx/>
                <a:uFillTx/>
                <a:latin typeface="Arial" panose="020B0604020202020204"/>
                <a:ea typeface="+mn-ea"/>
                <a:cs typeface="+mn-cs"/>
              </a:rPr>
              <a:t>Centralita</a:t>
            </a:r>
          </a:p>
        </p:txBody>
      </p:sp>
      <p:sp>
        <p:nvSpPr>
          <p:cNvPr id="26" name="Rectangle 25">
            <a:extLst>
              <a:ext uri="{FF2B5EF4-FFF2-40B4-BE49-F238E27FC236}">
                <a16:creationId xmlns:a16="http://schemas.microsoft.com/office/drawing/2014/main" id="{DCC0E5C1-3C8B-D48A-8B3F-1B68A0C6D08A}"/>
              </a:ext>
            </a:extLst>
          </p:cNvPr>
          <p:cNvSpPr/>
          <p:nvPr/>
        </p:nvSpPr>
        <p:spPr>
          <a:xfrm>
            <a:off x="220230" y="3471171"/>
            <a:ext cx="897467" cy="860420"/>
          </a:xfrm>
          <a:prstGeom prst="rect">
            <a:avLst/>
          </a:prstGeom>
          <a:solidFill>
            <a:schemeClr val="accent2"/>
          </a:solid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11430" marR="0" lvl="0" indent="0" algn="ctr"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FFFFFF"/>
                </a:solidFill>
                <a:effectLst/>
                <a:uLnTx/>
                <a:uFillTx/>
                <a:latin typeface="Arial" panose="020B0604020202020204"/>
                <a:ea typeface="+mn-ea"/>
                <a:cs typeface="+mn-cs"/>
              </a:rPr>
              <a:t>Orden convergente</a:t>
            </a:r>
            <a:r>
              <a:rPr kumimoji="0" lang="es-ES_tradnl" sz="900" b="1" i="0" u="none" strike="noStrike" kern="1200" cap="none" spc="0" normalizeH="0" baseline="30000" noProof="0">
                <a:ln>
                  <a:noFill/>
                </a:ln>
                <a:solidFill>
                  <a:srgbClr val="FFFFFF"/>
                </a:solidFill>
                <a:effectLst/>
                <a:uLnTx/>
                <a:uFillTx/>
                <a:latin typeface="Arial" panose="020B0604020202020204"/>
                <a:ea typeface="+mn-ea"/>
                <a:cs typeface="+mn-cs"/>
              </a:rPr>
              <a:t>1</a:t>
            </a:r>
          </a:p>
        </p:txBody>
      </p:sp>
      <p:sp>
        <p:nvSpPr>
          <p:cNvPr id="33" name="Rectangle 32">
            <a:extLst>
              <a:ext uri="{FF2B5EF4-FFF2-40B4-BE49-F238E27FC236}">
                <a16:creationId xmlns:a16="http://schemas.microsoft.com/office/drawing/2014/main" id="{4C6BB22D-A4F8-CC82-65F6-A0BABBBD4A6E}"/>
              </a:ext>
            </a:extLst>
          </p:cNvPr>
          <p:cNvSpPr/>
          <p:nvPr/>
        </p:nvSpPr>
        <p:spPr>
          <a:xfrm>
            <a:off x="3453516" y="4627039"/>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Se lanza orden convergente en Siebel (Fijo &amp; Móvil)</a:t>
            </a:r>
          </a:p>
          <a:p>
            <a:pPr marL="0" marR="0" lvl="0" indent="11113" algn="l" defTabSz="914400" rtl="0" eaLnBrk="1" fontAlgn="auto" latinLnBrk="0" hangingPunct="1">
              <a:lnSpc>
                <a:spcPct val="100000"/>
              </a:lnSpc>
              <a:spcBef>
                <a:spcPts val="0"/>
              </a:spcBef>
              <a:spcAft>
                <a:spcPts val="0"/>
              </a:spcAft>
              <a:buClrTx/>
              <a:buSzTx/>
              <a:buFontTx/>
              <a:buNone/>
              <a:tabLst/>
              <a:defRPr/>
            </a:pPr>
            <a:endPar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_tradnl" sz="900" b="1" i="0" u="none" strike="noStrike" kern="1200" cap="none" spc="0" normalizeH="0" baseline="0" noProof="0">
                <a:ln>
                  <a:noFill/>
                </a:ln>
                <a:solidFill>
                  <a:srgbClr val="000000"/>
                </a:solidFill>
                <a:effectLst/>
                <a:uLnTx/>
                <a:uFillTx/>
                <a:latin typeface="Arial" panose="020B0604020202020204"/>
                <a:ea typeface="+mn-ea"/>
                <a:cs typeface="+mn-cs"/>
              </a:rPr>
              <a:t>Alta Móvil inmediata </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(SIM/</a:t>
            </a:r>
            <a:r>
              <a:rPr kumimoji="0" lang="es-ES_tradnl" sz="900" b="0" i="0" u="none" strike="noStrike" kern="1200" cap="none" spc="0" normalizeH="0" baseline="0" noProof="0" err="1">
                <a:ln>
                  <a:noFill/>
                </a:ln>
                <a:solidFill>
                  <a:srgbClr val="000000"/>
                </a:solidFill>
                <a:effectLst/>
                <a:uLnTx/>
                <a:uFillTx/>
                <a:latin typeface="Arial" panose="020B0604020202020204"/>
                <a:ea typeface="+mn-ea"/>
                <a:cs typeface="+mn-cs"/>
              </a:rPr>
              <a:t>eSIM</a:t>
            </a:r>
            <a:r>
              <a:rPr kumimoji="0" lang="es-ES_tradnl" sz="900" b="0" i="0" u="none" strike="noStrike" kern="1200" cap="none" spc="0" normalizeH="0" baseline="0" noProof="0">
                <a:ln>
                  <a:noFill/>
                </a:ln>
                <a:solidFill>
                  <a:srgbClr val="000000"/>
                </a:solidFill>
                <a:effectLst/>
                <a:uLnTx/>
                <a:uFillTx/>
                <a:latin typeface="Arial" panose="020B0604020202020204"/>
                <a:ea typeface="+mn-ea"/>
                <a:cs typeface="+mn-cs"/>
              </a:rPr>
              <a:t> instantánea)</a:t>
            </a:r>
            <a:r>
              <a:rPr kumimoji="0" lang="es-ES_tradnl" sz="900" b="0" i="0" u="none" strike="noStrike" kern="1200" cap="none" spc="0" normalizeH="0" baseline="30000" noProof="0">
                <a:ln>
                  <a:noFill/>
                </a:ln>
                <a:solidFill>
                  <a:srgbClr val="000000"/>
                </a:solidFill>
                <a:effectLst/>
                <a:uLnTx/>
                <a:uFillTx/>
                <a:latin typeface="Arial" panose="020B0604020202020204"/>
                <a:ea typeface="+mn-ea"/>
                <a:cs typeface="+mn-cs"/>
              </a:rPr>
              <a:t>3</a:t>
            </a:r>
          </a:p>
        </p:txBody>
      </p:sp>
      <p:sp>
        <p:nvSpPr>
          <p:cNvPr id="36" name="Rectangle 35">
            <a:extLst>
              <a:ext uri="{FF2B5EF4-FFF2-40B4-BE49-F238E27FC236}">
                <a16:creationId xmlns:a16="http://schemas.microsoft.com/office/drawing/2014/main" id="{3B33889D-CCE4-05AA-1A49-23CD0004CB53}"/>
              </a:ext>
            </a:extLst>
          </p:cNvPr>
          <p:cNvSpPr/>
          <p:nvPr/>
        </p:nvSpPr>
        <p:spPr>
          <a:xfrm>
            <a:off x="380999" y="6231467"/>
            <a:ext cx="8695617" cy="534992"/>
          </a:xfrm>
          <a:prstGeom prst="rect">
            <a:avLst/>
          </a:prstGeom>
          <a:noFill/>
          <a:ln w="12700">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1.</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Se recomienda que las órdenes de portabilidad lleven solo 5 líneas móviles como máximo y cada orden de un operador específico.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2.</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gestor de provisión realiza la configuración inicial (puestos activos, reparto de llamadas, grupos de salto y buzón de voz, sin reglas); o adicionales si se ha completado en la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survey</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de provisión.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700" b="1" i="0" u="none" strike="noStrike" kern="1200" cap="none" spc="0" normalizeH="0" baseline="0" noProof="0">
                <a:ln>
                  <a:noFill/>
                </a:ln>
                <a:solidFill>
                  <a:srgbClr val="000000"/>
                </a:solidFill>
                <a:effectLst/>
                <a:uLnTx/>
                <a:uFillTx/>
                <a:latin typeface="Arial" panose="020B0604020202020204"/>
                <a:ea typeface="+mn-ea"/>
                <a:cs typeface="+mn-cs"/>
              </a:rPr>
              <a:t>Nota 3.</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proceso de actual de provisión de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terminales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SoHo</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depende de lo indicado en el formulario BOC: si se establece recogida en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PdV</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el cliente podrá recoger </a:t>
            </a:r>
            <a:r>
              <a:rPr kumimoji="0" lang="es-ES" sz="700" b="0" i="0" u="none" strike="noStrike" kern="1200" cap="none" spc="0" normalizeH="0" baseline="0" noProof="0" err="1">
                <a:ln>
                  <a:noFill/>
                </a:ln>
                <a:solidFill>
                  <a:srgbClr val="000000"/>
                </a:solidFill>
                <a:effectLst/>
                <a:uLnTx/>
                <a:uFillTx/>
                <a:latin typeface="Arial" panose="020B0604020202020204"/>
                <a:ea typeface="+mn-ea"/>
                <a:cs typeface="+mn-cs"/>
              </a:rPr>
              <a:t>SIMs</a:t>
            </a:r>
            <a:r>
              <a:rPr kumimoji="0" lang="es-ES" sz="700" b="0" i="0" u="none" strike="noStrike" kern="1200" cap="none" spc="0" normalizeH="0" baseline="0" noProof="0">
                <a:ln>
                  <a:noFill/>
                </a:ln>
                <a:solidFill>
                  <a:srgbClr val="000000"/>
                </a:solidFill>
                <a:effectLst/>
                <a:uLnTx/>
                <a:uFillTx/>
                <a:latin typeface="Arial" panose="020B0604020202020204"/>
                <a:ea typeface="+mn-ea"/>
                <a:cs typeface="+mn-cs"/>
              </a:rPr>
              <a:t> y terminales desde el momento de alta (día 1); si se establece entrega por mensajería: la entrega se realiza el día posterior al alta (día 2) y con un coste de 12€ por servicios de mensajería.</a:t>
            </a:r>
          </a:p>
        </p:txBody>
      </p:sp>
      <p:sp>
        <p:nvSpPr>
          <p:cNvPr id="8" name="Rectangle 7">
            <a:extLst>
              <a:ext uri="{FF2B5EF4-FFF2-40B4-BE49-F238E27FC236}">
                <a16:creationId xmlns:a16="http://schemas.microsoft.com/office/drawing/2014/main" id="{6B51C29F-8C98-5BBD-5709-6144C122886C}"/>
              </a:ext>
            </a:extLst>
          </p:cNvPr>
          <p:cNvSpPr/>
          <p:nvPr/>
        </p:nvSpPr>
        <p:spPr>
          <a:xfrm>
            <a:off x="3453516" y="2778464"/>
            <a:ext cx="1149160" cy="443211"/>
          </a:xfrm>
          <a:prstGeom prst="rect">
            <a:avLst/>
          </a:prstGeom>
          <a:noFill/>
          <a:ln w="9525">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t"/>
          <a:lstStyle/>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 sz="700" b="0" i="1" u="none" strike="noStrike" kern="1200" cap="none" spc="0" normalizeH="0" baseline="0" noProof="0">
                <a:ln>
                  <a:noFill/>
                </a:ln>
                <a:solidFill>
                  <a:srgbClr val="000000"/>
                </a:solidFill>
                <a:effectLst/>
                <a:uLnTx/>
                <a:uFillTx/>
                <a:latin typeface="Arial" panose="020B0604020202020204"/>
                <a:ea typeface="+mn-ea"/>
                <a:cs typeface="+mn-cs"/>
              </a:rPr>
              <a:t>Una vez el integrador envía el formulario BOC, se establece el día 1 con la confirmación del BOC de la orden: ‘en provisión’.</a:t>
            </a:r>
          </a:p>
          <a:p>
            <a:pPr marL="0" marR="0" lvl="0" indent="11113" algn="l" defTabSz="914400" rtl="0" eaLnBrk="1" fontAlgn="auto" latinLnBrk="0" hangingPunct="1">
              <a:lnSpc>
                <a:spcPct val="100000"/>
              </a:lnSpc>
              <a:spcBef>
                <a:spcPts val="0"/>
              </a:spcBef>
              <a:spcAft>
                <a:spcPts val="0"/>
              </a:spcAft>
              <a:buClrTx/>
              <a:buSzTx/>
              <a:buFontTx/>
              <a:buNone/>
              <a:tabLst/>
              <a:defRPr/>
            </a:pPr>
            <a:r>
              <a:rPr kumimoji="0" lang="es-ES" sz="700" b="0" i="1" u="none" strike="noStrike" kern="1200" cap="none" spc="0" normalizeH="0" baseline="0" noProof="0">
                <a:ln>
                  <a:noFill/>
                </a:ln>
                <a:solidFill>
                  <a:srgbClr val="000000"/>
                </a:solidFill>
                <a:effectLst/>
                <a:uLnTx/>
                <a:uFillTx/>
                <a:latin typeface="Arial" panose="020B0604020202020204"/>
                <a:ea typeface="+mn-ea"/>
                <a:cs typeface="+mn-cs"/>
              </a:rPr>
              <a:t>Suele ser el mismo día del envío de formulario.</a:t>
            </a:r>
            <a:endParaRPr kumimoji="0" lang="es-ES_tradnl" sz="700" b="1" i="1"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621510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plate">
  <a:themeElements>
    <a:clrScheme name="Custom 2">
      <a:dk1>
        <a:srgbClr val="000000"/>
      </a:dk1>
      <a:lt1>
        <a:srgbClr val="FFFFFF"/>
      </a:lt1>
      <a:dk2>
        <a:srgbClr val="96958C"/>
      </a:dk2>
      <a:lt2>
        <a:srgbClr val="FFFFFF"/>
      </a:lt2>
      <a:accent1>
        <a:srgbClr val="FF7800"/>
      </a:accent1>
      <a:accent2>
        <a:srgbClr val="0F1820"/>
      </a:accent2>
      <a:accent3>
        <a:srgbClr val="FEC999"/>
      </a:accent3>
      <a:accent4>
        <a:srgbClr val="86868E"/>
      </a:accent4>
      <a:accent5>
        <a:srgbClr val="FFE000"/>
      </a:accent5>
      <a:accent6>
        <a:srgbClr val="DEDDE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_MOG" id="{8A7E35C8-DC62-E440-AB4E-EC4D3F013BAC}" vid="{928832AD-05E7-EF4C-99F7-7126FDC2DF9D}"/>
    </a:ext>
  </a:extLst>
</a:theme>
</file>

<file path=ppt/theme/theme2.xml><?xml version="1.0" encoding="utf-8"?>
<a:theme xmlns:a="http://schemas.openxmlformats.org/drawingml/2006/main" name="1_Template">
  <a:themeElements>
    <a:clrScheme name="Custom 2">
      <a:dk1>
        <a:srgbClr val="000000"/>
      </a:dk1>
      <a:lt1>
        <a:srgbClr val="FFFFFF"/>
      </a:lt1>
      <a:dk2>
        <a:srgbClr val="96958C"/>
      </a:dk2>
      <a:lt2>
        <a:srgbClr val="FFFFFF"/>
      </a:lt2>
      <a:accent1>
        <a:srgbClr val="FF7800"/>
      </a:accent1>
      <a:accent2>
        <a:srgbClr val="0F1820"/>
      </a:accent2>
      <a:accent3>
        <a:srgbClr val="FEC999"/>
      </a:accent3>
      <a:accent4>
        <a:srgbClr val="86868E"/>
      </a:accent4>
      <a:accent5>
        <a:srgbClr val="FFE000"/>
      </a:accent5>
      <a:accent6>
        <a:srgbClr val="DEDDE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_MOG" id="{8A7E35C8-DC62-E440-AB4E-EC4D3F013BAC}" vid="{928832AD-05E7-EF4C-99F7-7126FDC2DF9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60E63D3F2877489BF238C859EF556D" ma:contentTypeVersion="12" ma:contentTypeDescription="Create a new document." ma:contentTypeScope="" ma:versionID="c3850227a70f4db8b6d78085934f9b91">
  <xsd:schema xmlns:xsd="http://www.w3.org/2001/XMLSchema" xmlns:xs="http://www.w3.org/2001/XMLSchema" xmlns:p="http://schemas.microsoft.com/office/2006/metadata/properties" xmlns:ns2="5843e573-f9e8-4527-9235-a6c47388b82b" xmlns:ns3="ad16d483-bbce-4dc2-9cec-7c2f40dcdefe" targetNamespace="http://schemas.microsoft.com/office/2006/metadata/properties" ma:root="true" ma:fieldsID="18de5c62579d8f190ee73acb1eeb184a" ns2:_="" ns3:_="">
    <xsd:import namespace="5843e573-f9e8-4527-9235-a6c47388b82b"/>
    <xsd:import namespace="ad16d483-bbce-4dc2-9cec-7c2f40dcde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43e573-f9e8-4527-9235-a6c47388b8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d16d483-bbce-4dc2-9cec-7c2f40dcdef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7ba5642a-7622-45c5-a013-f0dbc9a54920}" ma:internalName="TaxCatchAll" ma:showField="CatchAllData" ma:web="ad16d483-bbce-4dc2-9cec-7c2f40dcde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843e573-f9e8-4527-9235-a6c47388b82b">
      <Terms xmlns="http://schemas.microsoft.com/office/infopath/2007/PartnerControls"/>
    </lcf76f155ced4ddcb4097134ff3c332f>
    <TaxCatchAll xmlns="ad16d483-bbce-4dc2-9cec-7c2f40dcdef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2D35C0-1B60-4B86-BF3B-D6CD9CD0CE59}">
  <ds:schemaRefs>
    <ds:schemaRef ds:uri="5843e573-f9e8-4527-9235-a6c47388b82b"/>
    <ds:schemaRef ds:uri="ad16d483-bbce-4dc2-9cec-7c2f40dcde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E3D7CFB-4957-40AE-BFE2-4436B8B87CEC}">
  <ds:schemaRefs>
    <ds:schemaRef ds:uri="5843e573-f9e8-4527-9235-a6c47388b82b"/>
    <ds:schemaRef ds:uri="ad16d483-bbce-4dc2-9cec-7c2f40dcdefe"/>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F72D392-3F1C-4543-B5B3-4515319193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6480</Words>
  <Application>Microsoft Office PowerPoint</Application>
  <PresentationFormat>Widescreen</PresentationFormat>
  <Paragraphs>828</Paragraphs>
  <Slides>17</Slides>
  <Notes>13</Notes>
  <HiddenSlides>3</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Arial</vt:lpstr>
      <vt:lpstr>Courier New</vt:lpstr>
      <vt:lpstr>Graphik</vt:lpstr>
      <vt:lpstr>Graphik (Body)</vt:lpstr>
      <vt:lpstr>Segoe Fluent Icons</vt:lpstr>
      <vt:lpstr>Template</vt:lpstr>
      <vt:lpstr>1_Template</vt:lpstr>
      <vt:lpstr>Impulsando B2B SME a través del nuevo canal integrador</vt:lpstr>
      <vt:lpstr>PowerPoint Presentation</vt:lpstr>
      <vt:lpstr>Captación de integradores y venta</vt:lpstr>
      <vt:lpstr>Captación de integradores y venta</vt:lpstr>
      <vt:lpstr>Funnel de venta</vt:lpstr>
      <vt:lpstr>Otras tareas en curso – mantener momentum</vt:lpstr>
      <vt:lpstr>¡Muchas gracias!</vt:lpstr>
      <vt:lpstr>Anexo Modelo operativo</vt:lpstr>
      <vt:lpstr>Deep-dive: Soporte Canal Integrador</vt:lpstr>
      <vt:lpstr>Deep-dive: Soporte interno especializado e2e</vt:lpstr>
      <vt:lpstr>Deep-dive: Soporte Canal Integrador</vt:lpstr>
      <vt:lpstr>Deep-dive: Soporte interno especializado e2e</vt:lpstr>
      <vt:lpstr>Anexo Flujo de provisión SoHo</vt:lpstr>
      <vt:lpstr>Flujo de provisión – SOHO</vt:lpstr>
      <vt:lpstr>Flujo de provisión – SOHO</vt:lpstr>
      <vt:lpstr>Flujo de provisión – SOHO</vt:lpstr>
      <vt:lpstr>Flujo de provisión – SOHO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Cano Lasa, Juan</dc:creator>
  <cp:lastModifiedBy>Barona Arroyo, Luis</cp:lastModifiedBy>
  <cp:revision>1</cp:revision>
  <dcterms:created xsi:type="dcterms:W3CDTF">2026-03-10T12:32:26Z</dcterms:created>
  <dcterms:modified xsi:type="dcterms:W3CDTF">2026-03-20T11:54:12Z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0x010100B960E63D3F2877489BF238C859EF556D</vt:lpwstr>
  </property>
  <property fmtid="{D5CDD505-2E9C-101B-9397-08002B2CF9AE}" pid="3" name="MediaServiceImageTags">
    <vt:lpwstr/>
  </property>
</Properties>
</file>